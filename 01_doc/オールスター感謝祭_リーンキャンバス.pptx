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901929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30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4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31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69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2pPr>
            <a:lvl3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3pPr>
            <a:lvl4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5pPr>
            <a:lvl6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6pPr>
            <a:lvl7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8pPr>
            <a:lvl9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●"/>
              <a:defRPr sz="3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480"/>
              </a:spcBef>
              <a:buClr>
                <a:schemeClr val="dk1"/>
              </a:buClr>
              <a:buSzPct val="100000"/>
              <a:buFont typeface="Wingdings"/>
              <a:buChar char="§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●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●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/>
          <p:nvPr/>
        </p:nvSpPr>
        <p:spPr>
          <a:xfrm>
            <a:off x="143825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1.課題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・イベントの催し物を依頼されたが何をすべきか迷う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・ビンゴ大会等に頼りがちになってしまう。</a:t>
            </a:r>
            <a:endParaRPr lang="ja"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・忙しくて準備に時間をかけられない</a:t>
            </a:r>
            <a:r>
              <a:rPr lang="ja-JP" altLang="en-US" sz="1000" dirty="0"/>
              <a:t>、</a:t>
            </a:r>
            <a:r>
              <a:rPr lang="ja-JP" altLang="en-US" sz="1000" dirty="0" smtClean="0"/>
              <a:t>人前で話すことが苦手な人が</a:t>
            </a:r>
            <a:r>
              <a:rPr lang="en-US" altLang="ja-JP" sz="1000" dirty="0" smtClean="0"/>
              <a:t>MC</a:t>
            </a:r>
            <a:r>
              <a:rPr lang="ja-JP" altLang="en-US" sz="1000" dirty="0" smtClean="0"/>
              <a:t>をするのは大変。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[競合・既存の代替品</a:t>
            </a:r>
            <a:r>
              <a:rPr lang="ja" sz="900" dirty="0" smtClean="0"/>
              <a:t>]</a:t>
            </a:r>
            <a:endParaRPr sz="1000" dirty="0"/>
          </a:p>
          <a:p>
            <a:pPr lvl="0"/>
            <a:r>
              <a:rPr lang="ja-JP" altLang="en-US" sz="1000" dirty="0" smtClean="0"/>
              <a:t>・ケータイゴング</a:t>
            </a:r>
            <a:r>
              <a:rPr lang="en-US" altLang="ja-JP" sz="1000" dirty="0" smtClean="0"/>
              <a:t>for wedding</a:t>
            </a:r>
          </a:p>
          <a:p>
            <a:pPr lvl="0"/>
            <a:r>
              <a:rPr lang="en-US" altLang="ja-JP" sz="1000" dirty="0" smtClean="0"/>
              <a:t>http</a:t>
            </a:r>
            <a:r>
              <a:rPr lang="en-US" altLang="ja-JP" sz="1000" dirty="0"/>
              <a:t>://wedding.keitaigong.jp/toppage/introduce/whats_keitaigong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sp>
        <p:nvSpPr>
          <p:cNvPr id="24" name="Shape 24"/>
          <p:cNvSpPr txBox="1"/>
          <p:nvPr/>
        </p:nvSpPr>
        <p:spPr>
          <a:xfrm>
            <a:off x="1904408" y="438200"/>
            <a:ext cx="1764300" cy="18537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4.ソリューション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/>
            <a:r>
              <a:rPr lang="ja-JP" altLang="en-US" sz="1000" dirty="0"/>
              <a:t>・過去のイベントでのランキング</a:t>
            </a:r>
            <a:r>
              <a:rPr lang="ja-JP" altLang="en-US" sz="1000" dirty="0" smtClean="0"/>
              <a:t>表示、景品紹介機能</a:t>
            </a:r>
            <a:endParaRPr lang="en-US" altLang="ja-JP" sz="1000" dirty="0"/>
          </a:p>
          <a:p>
            <a:pPr lvl="0"/>
            <a:r>
              <a:rPr lang="ja-JP" altLang="en-US" sz="1000" dirty="0"/>
              <a:t>・</a:t>
            </a:r>
            <a:r>
              <a:rPr lang="en-US" altLang="ja-JP" sz="1000" dirty="0"/>
              <a:t>MC</a:t>
            </a:r>
            <a:r>
              <a:rPr lang="ja-JP" altLang="en-US" sz="1000" dirty="0"/>
              <a:t>サポート</a:t>
            </a:r>
            <a:r>
              <a:rPr lang="ja-JP" altLang="en-US" sz="1000" dirty="0" smtClean="0"/>
              <a:t>機能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台本等</a:t>
            </a:r>
            <a:r>
              <a:rPr lang="en-US" altLang="ja-JP" sz="1000" dirty="0" smtClean="0"/>
              <a:t>)</a:t>
            </a:r>
            <a:endParaRPr lang="en-US" altLang="ja-JP" sz="1000" dirty="0"/>
          </a:p>
          <a:p>
            <a:pPr lvl="0"/>
            <a:r>
              <a:rPr lang="ja-JP" altLang="en-US" sz="1000" dirty="0" smtClean="0"/>
              <a:t>・リピーターのためにデザインを数種類用意する</a:t>
            </a:r>
            <a:endParaRPr lang="en-US" altLang="ja-JP" sz="1000" dirty="0"/>
          </a:p>
        </p:txBody>
      </p:sp>
      <p:sp>
        <p:nvSpPr>
          <p:cNvPr id="25" name="Shape 25"/>
          <p:cNvSpPr txBox="1"/>
          <p:nvPr/>
        </p:nvSpPr>
        <p:spPr>
          <a:xfrm>
            <a:off x="3672976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3.独自の価値提案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・今夜、肩書がひとつ増えます。名幹事という名の。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・趣味</a:t>
            </a:r>
            <a:r>
              <a:rPr lang="ja-JP" altLang="en-US" sz="1000" dirty="0"/>
              <a:t>＝</a:t>
            </a:r>
            <a:r>
              <a:rPr lang="ja-JP" altLang="en-US" sz="1000" dirty="0" smtClean="0"/>
              <a:t>幹事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[リリース遅延による価値低下]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かき入れ</a:t>
            </a:r>
            <a:r>
              <a:rPr lang="ja-JP" altLang="en-US" sz="1000" dirty="0" smtClean="0"/>
              <a:t>時</a:t>
            </a:r>
            <a:r>
              <a:rPr lang="ja-JP" altLang="en-US" sz="1000" dirty="0" smtClean="0"/>
              <a:t>を逃す。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sp>
        <p:nvSpPr>
          <p:cNvPr id="26" name="Shape 26"/>
          <p:cNvSpPr txBox="1"/>
          <p:nvPr/>
        </p:nvSpPr>
        <p:spPr>
          <a:xfrm>
            <a:off x="5433559" y="438200"/>
            <a:ext cx="1764300" cy="18537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9.圧倒的な</a:t>
            </a:r>
            <a:r>
              <a:rPr lang="ja" sz="1000" dirty="0" smtClean="0"/>
              <a:t>優位性</a:t>
            </a: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・クオリティや</a:t>
            </a:r>
            <a:r>
              <a:rPr lang="en-US" altLang="ja-JP" sz="1000" dirty="0" smtClean="0"/>
              <a:t>MC</a:t>
            </a:r>
            <a:r>
              <a:rPr lang="ja-JP" altLang="en-US" sz="1000" dirty="0" smtClean="0"/>
              <a:t>サポート機能によって、幹事目線に立ったサービスで幹事からの支持を得ます。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800" dirty="0" smtClean="0"/>
              <a:t>→プレゼン後追記</a:t>
            </a:r>
            <a:endParaRPr lang="en-US" altLang="ja-JP" sz="8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800" dirty="0" smtClean="0"/>
              <a:t>無料ユーザーはコンテンツを公開されて、有料ユーザーは非公開にすればコンテンツが集まって差別化できる？</a:t>
            </a:r>
            <a:endParaRPr lang="en-US" altLang="ja-JP" sz="800" dirty="0" smtClean="0"/>
          </a:p>
        </p:txBody>
      </p:sp>
      <p:sp>
        <p:nvSpPr>
          <p:cNvPr id="27" name="Shape 27"/>
          <p:cNvSpPr txBox="1"/>
          <p:nvPr/>
        </p:nvSpPr>
        <p:spPr>
          <a:xfrm>
            <a:off x="7202127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2.顧客セグメント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時間がなくて</a:t>
            </a:r>
            <a:r>
              <a:rPr lang="ja-JP" altLang="en-US" sz="1000" dirty="0"/>
              <a:t>、</a:t>
            </a:r>
            <a:r>
              <a:rPr lang="ja-JP" altLang="en-US" sz="1000" dirty="0" smtClean="0"/>
              <a:t>催し物に困っているイベントの幹事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[アーリーアダプター</a:t>
            </a:r>
            <a:r>
              <a:rPr lang="ja" sz="900" dirty="0" smtClean="0"/>
              <a:t>]</a:t>
            </a:r>
            <a:endParaRPr lang="en-US" altLang="ja" sz="9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900" dirty="0" smtClean="0"/>
              <a:t>・忘年会、ハロウィンパーティ、クリスマスパーティの主催者</a:t>
            </a:r>
            <a:endParaRPr lang="en-US" altLang="ja-JP" sz="9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9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900" dirty="0" smtClean="0"/>
              <a:t>・毎年ビンゴをしてそろそろ飽きてきた団体での飲み会の幹事</a:t>
            </a:r>
            <a:endParaRPr lang="en-US" altLang="ja-JP" sz="900" dirty="0" smtClean="0"/>
          </a:p>
        </p:txBody>
      </p:sp>
      <p:sp>
        <p:nvSpPr>
          <p:cNvPr id="28" name="Shape 28"/>
          <p:cNvSpPr txBox="1"/>
          <p:nvPr/>
        </p:nvSpPr>
        <p:spPr>
          <a:xfrm>
            <a:off x="4540050" y="4294323"/>
            <a:ext cx="4423200" cy="24429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6.収入の流れ</a:t>
            </a:r>
          </a:p>
          <a:p>
            <a:pPr lvl="0" rtl="0">
              <a:spcBef>
                <a:spcPts val="0"/>
              </a:spcBef>
              <a:buNone/>
            </a:pPr>
            <a:endParaRPr lang="en-US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◆</a:t>
            </a:r>
            <a:r>
              <a:rPr lang="ja-JP" altLang="en-US" sz="1000" dirty="0" smtClean="0"/>
              <a:t>基本機能</a:t>
            </a:r>
            <a:r>
              <a:rPr lang="en-US" altLang="ja-JP" sz="1000" b="1" dirty="0" smtClean="0"/>
              <a:t>[</a:t>
            </a:r>
            <a:r>
              <a:rPr lang="ja-JP" altLang="en-US" sz="1000" b="1" dirty="0" smtClean="0"/>
              <a:t>無料</a:t>
            </a:r>
            <a:r>
              <a:rPr lang="en-US" altLang="ja-JP" sz="1000" b="1" dirty="0" smtClean="0"/>
              <a:t>]</a:t>
            </a:r>
            <a:endParaRPr sz="1000" b="1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・テキスト問題</a:t>
            </a:r>
            <a:r>
              <a:rPr lang="en-US" altLang="ja-JP" sz="1000" dirty="0" smtClean="0"/>
              <a:t>(3</a:t>
            </a:r>
            <a:r>
              <a:rPr lang="ja-JP" altLang="en-US" sz="1000" dirty="0" smtClean="0"/>
              <a:t>問まで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・集計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・回答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・最終ランキング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◆拡張機能</a:t>
            </a:r>
            <a:r>
              <a:rPr lang="en-US" altLang="ja-JP" sz="1000" b="1" dirty="0" smtClean="0"/>
              <a:t>[</a:t>
            </a:r>
            <a:r>
              <a:rPr lang="ja-JP" altLang="en-US" sz="1000" b="1" dirty="0" smtClean="0"/>
              <a:t>有料</a:t>
            </a:r>
            <a:r>
              <a:rPr lang="en-US" altLang="ja-JP" sz="1000" b="1" dirty="0" smtClean="0"/>
              <a:t>](</a:t>
            </a:r>
            <a:r>
              <a:rPr lang="ja-JP" altLang="en-US" sz="1000" b="1" dirty="0" smtClean="0"/>
              <a:t>イベント</a:t>
            </a:r>
            <a:r>
              <a:rPr lang="en-US" altLang="ja-JP" sz="1000" b="1" dirty="0" smtClean="0"/>
              <a:t>1</a:t>
            </a:r>
            <a:r>
              <a:rPr lang="ja-JP" altLang="en-US" sz="1000" b="1" dirty="0" smtClean="0"/>
              <a:t>回につき課金</a:t>
            </a:r>
            <a:r>
              <a:rPr lang="en-US" altLang="ja-JP" sz="1000" b="1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・画像</a:t>
            </a:r>
            <a:r>
              <a:rPr lang="en-US" altLang="ja-JP" sz="1000" dirty="0" smtClean="0"/>
              <a:t>/</a:t>
            </a:r>
            <a:r>
              <a:rPr lang="ja-JP" altLang="en-US" sz="1000" dirty="0" smtClean="0"/>
              <a:t>動画問題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・各問題ごとの回答時間ランキング</a:t>
            </a: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・チーム分け機能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・デザイン機能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→プレゼン後追記</a:t>
            </a:r>
            <a:r>
              <a:rPr lang="ja-JP" altLang="en-US" sz="1000" dirty="0"/>
              <a:t>　</a:t>
            </a:r>
            <a:r>
              <a:rPr lang="en-US" altLang="ja-JP" sz="1000" dirty="0" smtClean="0"/>
              <a:t>1</a:t>
            </a:r>
            <a:r>
              <a:rPr lang="ja-JP" altLang="en-US" sz="1000" dirty="0" smtClean="0"/>
              <a:t>回あたり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</a:t>
            </a:r>
            <a:endParaRPr lang="ja" sz="1000" dirty="0"/>
          </a:p>
        </p:txBody>
      </p:sp>
      <p:sp>
        <p:nvSpPr>
          <p:cNvPr id="29" name="Shape 29"/>
          <p:cNvSpPr txBox="1"/>
          <p:nvPr/>
        </p:nvSpPr>
        <p:spPr>
          <a:xfrm>
            <a:off x="144407" y="4294323"/>
            <a:ext cx="4399200" cy="24429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/>
              <a:t>7.コスト構造</a:t>
            </a:r>
          </a:p>
          <a:p>
            <a:pPr lvl="0" rtl="0">
              <a:spcBef>
                <a:spcPts val="0"/>
              </a:spcBef>
              <a:buNone/>
            </a:pPr>
            <a:endParaRPr sz="1000"/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顧客獲得コスト</a:t>
            </a:r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流通コスト</a:t>
            </a:r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ホスティングコスト</a:t>
            </a:r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人件費など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1908755" y="2293510"/>
            <a:ext cx="1764300" cy="2000999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8.主要指標</a:t>
            </a:r>
          </a:p>
          <a:p>
            <a:pPr lvl="0" rtl="0">
              <a:spcBef>
                <a:spcPts val="0"/>
              </a:spcBef>
              <a:buNone/>
            </a:pPr>
            <a:endParaRPr lang="en-US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・利用</a:t>
            </a:r>
            <a:r>
              <a:rPr lang="ja-JP" altLang="en-US" sz="1000" dirty="0"/>
              <a:t>回数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・参加者</a:t>
            </a:r>
            <a:r>
              <a:rPr lang="ja-JP" altLang="en-US" sz="1000" dirty="0" smtClean="0"/>
              <a:t>数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800" dirty="0" smtClean="0"/>
              <a:t>→プレゼン後追記</a:t>
            </a:r>
            <a:endParaRPr lang="en-US" altLang="ja-JP" sz="8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800" dirty="0" smtClean="0"/>
              <a:t>・アンケート</a:t>
            </a:r>
            <a:r>
              <a:rPr lang="en-US" altLang="ja-JP" sz="800" dirty="0" smtClean="0"/>
              <a:t>(to</a:t>
            </a:r>
            <a:r>
              <a:rPr lang="ja-JP" altLang="en-US" sz="800" dirty="0" smtClean="0"/>
              <a:t>幹事、参加者？</a:t>
            </a:r>
            <a:r>
              <a:rPr lang="en-US" altLang="ja-JP" sz="800" dirty="0" smtClean="0"/>
              <a:t>)</a:t>
            </a:r>
            <a:endParaRPr lang="ja" sz="800" dirty="0"/>
          </a:p>
        </p:txBody>
      </p:sp>
      <p:sp>
        <p:nvSpPr>
          <p:cNvPr id="31" name="Shape 31"/>
          <p:cNvSpPr txBox="1"/>
          <p:nvPr/>
        </p:nvSpPr>
        <p:spPr>
          <a:xfrm>
            <a:off x="5437906" y="2293510"/>
            <a:ext cx="1764300" cy="2000999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5.チャネル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・口コミ（そのイベントの参加者）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・スマ婚とかと提携</a:t>
            </a:r>
            <a:endParaRPr lang="ja" sz="1000" dirty="0"/>
          </a:p>
        </p:txBody>
      </p:sp>
      <p:sp>
        <p:nvSpPr>
          <p:cNvPr id="32" name="Shape 32"/>
          <p:cNvSpPr txBox="1"/>
          <p:nvPr/>
        </p:nvSpPr>
        <p:spPr>
          <a:xfrm>
            <a:off x="75500" y="41925"/>
            <a:ext cx="2977800" cy="309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u="sng" dirty="0"/>
              <a:t>タイトル</a:t>
            </a:r>
            <a:r>
              <a:rPr lang="ja" sz="1000" u="sng" dirty="0" smtClean="0"/>
              <a:t>:</a:t>
            </a:r>
            <a:r>
              <a:rPr lang="en-US" altLang="ja-JP" sz="1000" u="sng" smtClean="0"/>
              <a:t>Quiz</a:t>
            </a:r>
            <a:endParaRPr lang="ja" sz="1000" u="sng" dirty="0"/>
          </a:p>
        </p:txBody>
      </p:sp>
      <p:cxnSp>
        <p:nvCxnSpPr>
          <p:cNvPr id="3" name="直線コネクタ 2"/>
          <p:cNvCxnSpPr/>
          <p:nvPr/>
        </p:nvCxnSpPr>
        <p:spPr>
          <a:xfrm flipH="1">
            <a:off x="144407" y="4294509"/>
            <a:ext cx="4395643" cy="24427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/>
          <p:cNvSpPr txBox="1"/>
          <p:nvPr/>
        </p:nvSpPr>
        <p:spPr>
          <a:xfrm>
            <a:off x="531223" y="5228490"/>
            <a:ext cx="3727264" cy="644206"/>
          </a:xfrm>
          <a:prstGeom prst="rect">
            <a:avLst/>
          </a:prstGeom>
          <a:noFill/>
          <a:ln w="9525"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lIns="91425" tIns="91425" rIns="91425" bIns="91425" rtlCol="0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kumimoji="1" lang="en-US" altLang="ja-JP" sz="3200" dirty="0" smtClean="0"/>
              <a:t>Cat’s</a:t>
            </a:r>
            <a:r>
              <a:rPr kumimoji="1" lang="ja-JP" altLang="en-US" sz="3200" dirty="0" smtClean="0"/>
              <a:t> </a:t>
            </a:r>
            <a:r>
              <a:rPr kumimoji="1" lang="en-US" altLang="ja-JP" sz="3200" dirty="0" smtClean="0"/>
              <a:t>eye(</a:t>
            </a:r>
            <a:r>
              <a:rPr kumimoji="1" lang="ja-JP" altLang="en-US" sz="3200" dirty="0" smtClean="0"/>
              <a:t>かつあい</a:t>
            </a:r>
            <a:r>
              <a:rPr kumimoji="1" lang="en-US" altLang="ja-JP" sz="3200" dirty="0" smtClean="0"/>
              <a:t>)</a:t>
            </a:r>
            <a:endParaRPr kumimoji="1" lang="ja-JP" altLang="en-US" sz="3200" dirty="0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 w="9525" cap="flat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lIns="91425" tIns="91425" rIns="91425" bIns="91425" anchor="t" anchorCtr="0">
        <a:noAutofit/>
      </a:bodyPr>
      <a:lstStyle>
        <a:defPPr rtl="0">
          <a:spcBef>
            <a:spcPts val="0"/>
          </a:spcBef>
          <a:buNone/>
          <a:defRPr sz="100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347</Words>
  <Application>Microsoft Office PowerPoint</Application>
  <PresentationFormat>画面に合わせる (4:3)</PresentationFormat>
  <Paragraphs>81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Courier New</vt:lpstr>
      <vt:lpstr>Wingdings</vt:lpstr>
      <vt:lpstr>Custom Theme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kent kojima</dc:creator>
  <cp:lastModifiedBy>kent kojima</cp:lastModifiedBy>
  <cp:revision>22</cp:revision>
  <dcterms:modified xsi:type="dcterms:W3CDTF">2015-09-19T05:48:10Z</dcterms:modified>
</cp:coreProperties>
</file>