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スタイル (中間)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660"/>
  </p:normalViewPr>
  <p:slideViewPr>
    <p:cSldViewPr snapToGrid="0">
      <p:cViewPr varScale="1">
        <p:scale>
          <a:sx n="75" d="100"/>
          <a:sy n="75" d="100"/>
        </p:scale>
        <p:origin x="54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 smtClean="0"/>
              <a:t>マスター サブタイトルの書式設定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925BC-AD11-4778-A66D-F55A9C6B45EE}" type="datetimeFigureOut">
              <a:rPr kumimoji="1" lang="ja-JP" altLang="en-US" smtClean="0"/>
              <a:t>2015/9/19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11EE05-D4E5-498A-8A92-13E7F305B0F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516332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925BC-AD11-4778-A66D-F55A9C6B45EE}" type="datetimeFigureOut">
              <a:rPr kumimoji="1" lang="ja-JP" altLang="en-US" smtClean="0"/>
              <a:t>2015/9/19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11EE05-D4E5-498A-8A92-13E7F305B0F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386688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925BC-AD11-4778-A66D-F55A9C6B45EE}" type="datetimeFigureOut">
              <a:rPr kumimoji="1" lang="ja-JP" altLang="en-US" smtClean="0"/>
              <a:t>2015/9/19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11EE05-D4E5-498A-8A92-13E7F305B0F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920410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925BC-AD11-4778-A66D-F55A9C6B45EE}" type="datetimeFigureOut">
              <a:rPr kumimoji="1" lang="ja-JP" altLang="en-US" smtClean="0"/>
              <a:t>2015/9/19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11EE05-D4E5-498A-8A92-13E7F305B0F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775144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7" name="日付プレースホルダー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925BC-AD11-4778-A66D-F55A9C6B45EE}" type="datetimeFigureOut">
              <a:rPr kumimoji="1" lang="ja-JP" altLang="en-US" smtClean="0"/>
              <a:t>2015/9/19</a:t>
            </a:fld>
            <a:endParaRPr kumimoji="1" lang="ja-JP" altLang="en-US"/>
          </a:p>
        </p:txBody>
      </p:sp>
      <p:sp>
        <p:nvSpPr>
          <p:cNvPr id="8" name="フッター プレースホルダー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11EE05-D4E5-498A-8A92-13E7F305B0F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383898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925BC-AD11-4778-A66D-F55A9C6B45EE}" type="datetimeFigureOut">
              <a:rPr kumimoji="1" lang="ja-JP" altLang="en-US" smtClean="0"/>
              <a:t>2015/9/19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11EE05-D4E5-498A-8A92-13E7F305B0F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212209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925BC-AD11-4778-A66D-F55A9C6B45EE}" type="datetimeFigureOut">
              <a:rPr kumimoji="1" lang="ja-JP" altLang="en-US" smtClean="0"/>
              <a:t>2015/9/19</a:t>
            </a:fld>
            <a:endParaRPr kumimoji="1" lang="ja-JP" altLang="en-US"/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11EE05-D4E5-498A-8A92-13E7F305B0F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04303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&#10;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925BC-AD11-4778-A66D-F55A9C6B45EE}" type="datetimeFigureOut">
              <a:rPr kumimoji="1" lang="ja-JP" altLang="en-US" smtClean="0"/>
              <a:t>2015/9/19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11EE05-D4E5-498A-8A92-13E7F305B0F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451675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図プレースホルダー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925BC-AD11-4778-A66D-F55A9C6B45EE}" type="datetimeFigureOut">
              <a:rPr kumimoji="1" lang="ja-JP" altLang="en-US" smtClean="0"/>
              <a:t>2015/9/19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11EE05-D4E5-498A-8A92-13E7F305B0F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944135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925BC-AD11-4778-A66D-F55A9C6B45EE}" type="datetimeFigureOut">
              <a:rPr kumimoji="1" lang="ja-JP" altLang="en-US" smtClean="0"/>
              <a:t>2015/9/19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11EE05-D4E5-498A-8A92-13E7F305B0F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834305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925BC-AD11-4778-A66D-F55A9C6B45EE}" type="datetimeFigureOut">
              <a:rPr kumimoji="1" lang="ja-JP" altLang="en-US" smtClean="0"/>
              <a:t>2015/9/19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11EE05-D4E5-498A-8A92-13E7F305B0F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010348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0925BC-AD11-4778-A66D-F55A9C6B45EE}" type="datetimeFigureOut">
              <a:rPr kumimoji="1" lang="ja-JP" altLang="en-US" smtClean="0"/>
              <a:t>2015/9/19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11EE05-D4E5-498A-8A92-13E7F305B0F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685355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/>
          <p:cNvSpPr/>
          <p:nvPr/>
        </p:nvSpPr>
        <p:spPr>
          <a:xfrm>
            <a:off x="609600" y="1143000"/>
            <a:ext cx="11036300" cy="5207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ja-JP" altLang="en-US" sz="20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 </a:t>
            </a:r>
            <a:r>
              <a:rPr kumimoji="1" lang="en-US" altLang="ja-JP" sz="2000" b="1" dirty="0" err="1" smtClean="0">
                <a:latin typeface="メイリオ" panose="020B0604030504040204" pitchFamily="50" charset="-128"/>
                <a:ea typeface="メイリオ" panose="020B0604030504040204" pitchFamily="50" charset="-128"/>
              </a:rPr>
              <a:t>SmaQ</a:t>
            </a:r>
            <a:endParaRPr kumimoji="1" lang="ja-JP" altLang="en-US" sz="20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" name="正方形/長方形 4"/>
          <p:cNvSpPr/>
          <p:nvPr/>
        </p:nvSpPr>
        <p:spPr>
          <a:xfrm>
            <a:off x="609600" y="6324600"/>
            <a:ext cx="11036300" cy="2286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400" dirty="0" smtClean="0">
                <a:latin typeface="メイリオ" panose="020B0604030504040204" pitchFamily="50" charset="-128"/>
                <a:ea typeface="メイリオ" panose="020B0604030504040204" pitchFamily="50" charset="-128"/>
              </a:rPr>
              <a:t>© </a:t>
            </a:r>
            <a:r>
              <a:rPr lang="en-US" altLang="ja-JP" sz="1400" dirty="0" err="1" smtClean="0">
                <a:latin typeface="メイリオ" panose="020B0604030504040204" pitchFamily="50" charset="-128"/>
                <a:ea typeface="メイリオ" panose="020B0604030504040204" pitchFamily="50" charset="-128"/>
              </a:rPr>
              <a:t>Suteki</a:t>
            </a:r>
            <a:r>
              <a:rPr lang="ja-JP" altLang="en-US" sz="1400" dirty="0" smtClean="0">
                <a:latin typeface="メイリオ" panose="020B0604030504040204" pitchFamily="50" charset="-128"/>
                <a:ea typeface="メイリオ" panose="020B0604030504040204" pitchFamily="50" charset="-128"/>
              </a:rPr>
              <a:t> </a:t>
            </a:r>
            <a:r>
              <a:rPr lang="en-US" altLang="ja-JP" sz="1400" dirty="0" smtClean="0">
                <a:latin typeface="メイリオ" panose="020B0604030504040204" pitchFamily="50" charset="-128"/>
                <a:ea typeface="メイリオ" panose="020B0604030504040204" pitchFamily="50" charset="-128"/>
              </a:rPr>
              <a:t>Kobo</a:t>
            </a:r>
            <a:r>
              <a:rPr lang="ja-JP" altLang="en-US" sz="1400" dirty="0" smtClean="0">
                <a:latin typeface="メイリオ" panose="020B0604030504040204" pitchFamily="50" charset="-128"/>
                <a:ea typeface="メイリオ" panose="020B0604030504040204" pitchFamily="50" charset="-128"/>
              </a:rPr>
              <a:t> </a:t>
            </a:r>
            <a:r>
              <a:rPr lang="en-US" altLang="ja-JP" sz="1400" dirty="0" smtClean="0">
                <a:latin typeface="メイリオ" panose="020B0604030504040204" pitchFamily="50" charset="-128"/>
                <a:ea typeface="メイリオ" panose="020B0604030504040204" pitchFamily="50" charset="-128"/>
              </a:rPr>
              <a:t>Corp.</a:t>
            </a:r>
            <a:endParaRPr kumimoji="1" lang="ja-JP" altLang="en-US" sz="1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graphicFrame>
        <p:nvGraphicFramePr>
          <p:cNvPr id="7" name="表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9407339"/>
              </p:ext>
            </p:extLst>
          </p:nvPr>
        </p:nvGraphicFramePr>
        <p:xfrm>
          <a:off x="2063750" y="1964266"/>
          <a:ext cx="8128000" cy="40792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559300">
                  <a:extLst>
                    <a:ext uri="{9D8B030D-6E8A-4147-A177-3AD203B41FA5}">
                      <a16:colId xmlns:a16="http://schemas.microsoft.com/office/drawing/2014/main" val="1354328627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1927050922"/>
                    </a:ext>
                  </a:extLst>
                </a:gridCol>
                <a:gridCol w="939800">
                  <a:extLst>
                    <a:ext uri="{9D8B030D-6E8A-4147-A177-3AD203B41FA5}">
                      <a16:colId xmlns:a16="http://schemas.microsoft.com/office/drawing/2014/main" val="326372999"/>
                    </a:ext>
                  </a:extLst>
                </a:gridCol>
                <a:gridCol w="952500">
                  <a:extLst>
                    <a:ext uri="{9D8B030D-6E8A-4147-A177-3AD203B41FA5}">
                      <a16:colId xmlns:a16="http://schemas.microsoft.com/office/drawing/2014/main" val="242500949"/>
                    </a:ext>
                  </a:extLst>
                </a:gridCol>
                <a:gridCol w="787400">
                  <a:extLst>
                    <a:ext uri="{9D8B030D-6E8A-4147-A177-3AD203B41FA5}">
                      <a16:colId xmlns:a16="http://schemas.microsoft.com/office/drawing/2014/main" val="34647299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 smtClean="0"/>
                        <a:t>イベント名</a:t>
                      </a:r>
                      <a:endParaRPr kumimoji="1" lang="ja-JP" altLang="en-US" dirty="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 smtClean="0"/>
                        <a:t>編集</a:t>
                      </a:r>
                      <a:endParaRPr kumimoji="1" lang="ja-JP" altLang="en-US" dirty="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 smtClean="0"/>
                        <a:t>再生</a:t>
                      </a:r>
                      <a:endParaRPr kumimoji="1" lang="ja-JP" altLang="en-US" dirty="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 smtClean="0"/>
                        <a:t>テスト</a:t>
                      </a:r>
                      <a:endParaRPr kumimoji="1" lang="ja-JP" altLang="en-US" dirty="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dirty="0" smtClean="0"/>
                        <a:t>履歴</a:t>
                      </a:r>
                      <a:endParaRPr kumimoji="1" lang="ja-JP" altLang="en-US" dirty="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73243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 smtClean="0"/>
                        <a:t>20150918_</a:t>
                      </a:r>
                      <a:r>
                        <a:rPr kumimoji="1" lang="ja-JP" altLang="en-US" dirty="0" smtClean="0"/>
                        <a:t>小島結婚式</a:t>
                      </a:r>
                      <a:endParaRPr kumimoji="1" lang="ja-JP" altLang="en-US" dirty="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9525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 smtClean="0"/>
                        <a:t>20151031_HalloweenParty</a:t>
                      </a:r>
                      <a:endParaRPr kumimoji="1" lang="ja-JP" altLang="en-US" dirty="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65354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 smtClean="0"/>
                        <a:t>20151229_</a:t>
                      </a:r>
                      <a:r>
                        <a:rPr kumimoji="1" lang="ja-JP" altLang="en-US" dirty="0" smtClean="0"/>
                        <a:t>忘年会</a:t>
                      </a:r>
                      <a:endParaRPr kumimoji="1" lang="ja-JP" altLang="en-US" dirty="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5262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85480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36462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dirty="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126392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987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87898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57326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5668217"/>
                  </a:ext>
                </a:extLst>
              </a:tr>
            </a:tbl>
          </a:graphicData>
        </a:graphic>
      </p:graphicFrame>
      <p:sp>
        <p:nvSpPr>
          <p:cNvPr id="8" name="テキスト ボックス 7"/>
          <p:cNvSpPr txBox="1"/>
          <p:nvPr/>
        </p:nvSpPr>
        <p:spPr>
          <a:xfrm>
            <a:off x="640349" y="489288"/>
            <a:ext cx="7035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b="1" dirty="0" smtClean="0"/>
              <a:t>画面イメージ（マイページ）</a:t>
            </a:r>
            <a:endParaRPr kumimoji="1" lang="ja-JP" altLang="en-US" sz="2400" b="1" dirty="0"/>
          </a:p>
        </p:txBody>
      </p:sp>
      <p:grpSp>
        <p:nvGrpSpPr>
          <p:cNvPr id="9" name="グループ化 8"/>
          <p:cNvGrpSpPr/>
          <p:nvPr/>
        </p:nvGrpSpPr>
        <p:grpSpPr>
          <a:xfrm>
            <a:off x="6917322" y="2384091"/>
            <a:ext cx="2995359" cy="300788"/>
            <a:chOff x="6917322" y="2384091"/>
            <a:chExt cx="2995359" cy="300788"/>
          </a:xfrm>
        </p:grpSpPr>
        <p:pic>
          <p:nvPicPr>
            <p:cNvPr id="1026" name="Picture 2" descr="http://iconmonstr.com/g/gd/makefg.php?i=s2/default/iconmonstr-video-play-3-icon.png&amp;r=0&amp;g=0&amp;b=0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808497" y="2384091"/>
              <a:ext cx="300788" cy="3007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28" name="Picture 4" descr="http://iconmonstr.com/g/gd/makefg.php?i=s2/default/iconmonstr-edit-8-icon.png&amp;r=0&amp;g=0&amp;b=0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17322" y="2385927"/>
              <a:ext cx="286920" cy="28692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0" name="Picture 6" descr="http://iconmonstr.com/g/gd/makefg.php?i=s2/default/iconmonstr-flask-icon.png&amp;r=0&amp;g=0&amp;b=0"/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70269" y="2402637"/>
              <a:ext cx="253499" cy="25349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2" name="Picture 8" descr="http://iconmonstr.com/g/gd/makefg.php?i=s2/default/rewind-3-icon.png&amp;r=0&amp;g=0&amp;b=0"/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623925" y="2384091"/>
              <a:ext cx="288756" cy="2887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4" name="グループ化 13"/>
          <p:cNvGrpSpPr/>
          <p:nvPr/>
        </p:nvGrpSpPr>
        <p:grpSpPr>
          <a:xfrm>
            <a:off x="6913307" y="2741029"/>
            <a:ext cx="2995359" cy="300788"/>
            <a:chOff x="6917322" y="2384091"/>
            <a:chExt cx="2995359" cy="300788"/>
          </a:xfrm>
        </p:grpSpPr>
        <p:pic>
          <p:nvPicPr>
            <p:cNvPr id="15" name="Picture 2" descr="http://iconmonstr.com/g/gd/makefg.php?i=s2/default/iconmonstr-video-play-3-icon.png&amp;r=0&amp;g=0&amp;b=0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808497" y="2384091"/>
              <a:ext cx="300788" cy="3007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6" name="Picture 4" descr="http://iconmonstr.com/g/gd/makefg.php?i=s2/default/iconmonstr-edit-8-icon.png&amp;r=0&amp;g=0&amp;b=0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17322" y="2385927"/>
              <a:ext cx="286920" cy="28692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" name="Picture 6" descr="http://iconmonstr.com/g/gd/makefg.php?i=s2/default/iconmonstr-flask-icon.png&amp;r=0&amp;g=0&amp;b=0"/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70269" y="2402637"/>
              <a:ext cx="253499" cy="25349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8" descr="http://iconmonstr.com/g/gd/makefg.php?i=s2/default/rewind-3-icon.png&amp;r=0&amp;g=0&amp;b=0"/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623925" y="2384091"/>
              <a:ext cx="288756" cy="2887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9" name="グループ化 18"/>
          <p:cNvGrpSpPr/>
          <p:nvPr/>
        </p:nvGrpSpPr>
        <p:grpSpPr>
          <a:xfrm>
            <a:off x="6909292" y="3097967"/>
            <a:ext cx="2995359" cy="300788"/>
            <a:chOff x="6917322" y="2384091"/>
            <a:chExt cx="2995359" cy="300788"/>
          </a:xfrm>
        </p:grpSpPr>
        <p:pic>
          <p:nvPicPr>
            <p:cNvPr id="20" name="Picture 2" descr="http://iconmonstr.com/g/gd/makefg.php?i=s2/default/iconmonstr-video-play-3-icon.png&amp;r=0&amp;g=0&amp;b=0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808497" y="2384091"/>
              <a:ext cx="300788" cy="3007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1" name="Picture 4" descr="http://iconmonstr.com/g/gd/makefg.php?i=s2/default/iconmonstr-edit-8-icon.png&amp;r=0&amp;g=0&amp;b=0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17322" y="2385927"/>
              <a:ext cx="286920" cy="28692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2" name="Picture 6" descr="http://iconmonstr.com/g/gd/makefg.php?i=s2/default/iconmonstr-flask-icon.png&amp;r=0&amp;g=0&amp;b=0"/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70269" y="2402637"/>
              <a:ext cx="253499" cy="25349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3" name="Picture 8" descr="http://iconmonstr.com/g/gd/makefg.php?i=s2/default/rewind-3-icon.png&amp;r=0&amp;g=0&amp;b=0"/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623925" y="2384091"/>
              <a:ext cx="288756" cy="2887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1" name="テキスト ボックス 10"/>
          <p:cNvSpPr txBox="1"/>
          <p:nvPr/>
        </p:nvSpPr>
        <p:spPr>
          <a:xfrm>
            <a:off x="7555833" y="1262808"/>
            <a:ext cx="38774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ja-JP" altLang="en-US" sz="1400" dirty="0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小林 宏　</a:t>
            </a:r>
            <a:r>
              <a:rPr kumimoji="1" lang="ja-JP" altLang="en-US" sz="1400" u="sng" dirty="0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ログアウト</a:t>
            </a:r>
            <a:endParaRPr kumimoji="1" lang="ja-JP" altLang="en-US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" name="正方形/長方形 1"/>
          <p:cNvSpPr/>
          <p:nvPr/>
        </p:nvSpPr>
        <p:spPr>
          <a:xfrm>
            <a:off x="609600" y="1663700"/>
            <a:ext cx="1282700" cy="46609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正方形/長方形 24"/>
          <p:cNvSpPr/>
          <p:nvPr/>
        </p:nvSpPr>
        <p:spPr>
          <a:xfrm>
            <a:off x="10363200" y="1663700"/>
            <a:ext cx="1282700" cy="46609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482433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/>
          <p:cNvSpPr/>
          <p:nvPr/>
        </p:nvSpPr>
        <p:spPr>
          <a:xfrm>
            <a:off x="609600" y="1143000"/>
            <a:ext cx="11036300" cy="5207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ja-JP" altLang="en-US" sz="20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 </a:t>
            </a:r>
            <a:r>
              <a:rPr kumimoji="1" lang="en-US" altLang="ja-JP" sz="2000" b="1" dirty="0" err="1" smtClean="0">
                <a:latin typeface="メイリオ" panose="020B0604030504040204" pitchFamily="50" charset="-128"/>
                <a:ea typeface="メイリオ" panose="020B0604030504040204" pitchFamily="50" charset="-128"/>
              </a:rPr>
              <a:t>SmaQ</a:t>
            </a:r>
            <a:endParaRPr kumimoji="1" lang="ja-JP" altLang="en-US" sz="20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" name="正方形/長方形 4"/>
          <p:cNvSpPr/>
          <p:nvPr/>
        </p:nvSpPr>
        <p:spPr>
          <a:xfrm>
            <a:off x="609600" y="6324600"/>
            <a:ext cx="11036300" cy="2286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400" dirty="0" smtClean="0">
                <a:latin typeface="メイリオ" panose="020B0604030504040204" pitchFamily="50" charset="-128"/>
                <a:ea typeface="メイリオ" panose="020B0604030504040204" pitchFamily="50" charset="-128"/>
              </a:rPr>
              <a:t>© </a:t>
            </a:r>
            <a:r>
              <a:rPr lang="en-US" altLang="ja-JP" sz="1400" dirty="0" err="1" smtClean="0">
                <a:latin typeface="メイリオ" panose="020B0604030504040204" pitchFamily="50" charset="-128"/>
                <a:ea typeface="メイリオ" panose="020B0604030504040204" pitchFamily="50" charset="-128"/>
              </a:rPr>
              <a:t>Suteki</a:t>
            </a:r>
            <a:r>
              <a:rPr lang="ja-JP" altLang="en-US" sz="1400" dirty="0" smtClean="0">
                <a:latin typeface="メイリオ" panose="020B0604030504040204" pitchFamily="50" charset="-128"/>
                <a:ea typeface="メイリオ" panose="020B0604030504040204" pitchFamily="50" charset="-128"/>
              </a:rPr>
              <a:t> </a:t>
            </a:r>
            <a:r>
              <a:rPr lang="en-US" altLang="ja-JP" sz="1400" dirty="0" smtClean="0">
                <a:latin typeface="メイリオ" panose="020B0604030504040204" pitchFamily="50" charset="-128"/>
                <a:ea typeface="メイリオ" panose="020B0604030504040204" pitchFamily="50" charset="-128"/>
              </a:rPr>
              <a:t>Kobo</a:t>
            </a:r>
            <a:r>
              <a:rPr lang="ja-JP" altLang="en-US" sz="1400" dirty="0" smtClean="0">
                <a:latin typeface="メイリオ" panose="020B0604030504040204" pitchFamily="50" charset="-128"/>
                <a:ea typeface="メイリオ" panose="020B0604030504040204" pitchFamily="50" charset="-128"/>
              </a:rPr>
              <a:t> </a:t>
            </a:r>
            <a:r>
              <a:rPr lang="en-US" altLang="ja-JP" sz="1400" dirty="0" smtClean="0">
                <a:latin typeface="メイリオ" panose="020B0604030504040204" pitchFamily="50" charset="-128"/>
                <a:ea typeface="メイリオ" panose="020B0604030504040204" pitchFamily="50" charset="-128"/>
              </a:rPr>
              <a:t>Corp.</a:t>
            </a:r>
            <a:endParaRPr kumimoji="1" lang="ja-JP" altLang="en-US" sz="1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8" name="テキスト ボックス 7"/>
          <p:cNvSpPr txBox="1"/>
          <p:nvPr/>
        </p:nvSpPr>
        <p:spPr>
          <a:xfrm>
            <a:off x="640349" y="489288"/>
            <a:ext cx="7035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b="1" dirty="0" smtClean="0"/>
              <a:t>画面イメージ（</a:t>
            </a:r>
            <a:r>
              <a:rPr lang="ja-JP" altLang="en-US" sz="2400" b="1" dirty="0" smtClean="0"/>
              <a:t>問題登録</a:t>
            </a:r>
            <a:r>
              <a:rPr lang="ja-JP" altLang="en-US" sz="2400" b="1" dirty="0"/>
              <a:t>画面</a:t>
            </a:r>
            <a:r>
              <a:rPr kumimoji="1" lang="ja-JP" altLang="en-US" sz="2400" b="1" dirty="0" smtClean="0"/>
              <a:t>）</a:t>
            </a:r>
            <a:endParaRPr kumimoji="1" lang="ja-JP" altLang="en-US" sz="2400" b="1" dirty="0"/>
          </a:p>
        </p:txBody>
      </p:sp>
      <p:sp>
        <p:nvSpPr>
          <p:cNvPr id="11" name="テキスト ボックス 10"/>
          <p:cNvSpPr txBox="1"/>
          <p:nvPr/>
        </p:nvSpPr>
        <p:spPr>
          <a:xfrm>
            <a:off x="7555833" y="1262808"/>
            <a:ext cx="38774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ja-JP" altLang="en-US" sz="1400" dirty="0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小林 宏　</a:t>
            </a:r>
            <a:r>
              <a:rPr kumimoji="1" lang="ja-JP" altLang="en-US" sz="1400" u="sng" dirty="0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ログアウト</a:t>
            </a:r>
            <a:endParaRPr kumimoji="1" lang="ja-JP" altLang="en-US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" name="正方形/長方形 1"/>
          <p:cNvSpPr/>
          <p:nvPr/>
        </p:nvSpPr>
        <p:spPr>
          <a:xfrm>
            <a:off x="609600" y="1663700"/>
            <a:ext cx="1282700" cy="46609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正方形/長方形 24"/>
          <p:cNvSpPr/>
          <p:nvPr/>
        </p:nvSpPr>
        <p:spPr>
          <a:xfrm>
            <a:off x="10363200" y="1663700"/>
            <a:ext cx="1282700" cy="46609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/>
          <p:cNvSpPr/>
          <p:nvPr/>
        </p:nvSpPr>
        <p:spPr>
          <a:xfrm>
            <a:off x="2311400" y="1943100"/>
            <a:ext cx="7632700" cy="3048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dirty="0" smtClean="0"/>
              <a:t>質問①</a:t>
            </a:r>
            <a:endParaRPr kumimoji="1" lang="ja-JP" altLang="en-US" sz="1400" dirty="0"/>
          </a:p>
        </p:txBody>
      </p:sp>
      <p:sp>
        <p:nvSpPr>
          <p:cNvPr id="26" name="正方形/長方形 25"/>
          <p:cNvSpPr/>
          <p:nvPr/>
        </p:nvSpPr>
        <p:spPr>
          <a:xfrm>
            <a:off x="2311400" y="5435600"/>
            <a:ext cx="7632700" cy="3048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dirty="0" smtClean="0"/>
              <a:t>質問②</a:t>
            </a:r>
            <a:endParaRPr kumimoji="1" lang="ja-JP" altLang="en-US" sz="1400" dirty="0"/>
          </a:p>
        </p:txBody>
      </p:sp>
      <p:sp>
        <p:nvSpPr>
          <p:cNvPr id="10" name="正方形/長方形 9"/>
          <p:cNvSpPr/>
          <p:nvPr/>
        </p:nvSpPr>
        <p:spPr>
          <a:xfrm>
            <a:off x="3441700" y="3390900"/>
            <a:ext cx="1079500" cy="2286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kumimoji="1" lang="ja-JP" altLang="en-US" sz="1200" dirty="0" smtClean="0"/>
              <a:t>画像</a:t>
            </a:r>
            <a:endParaRPr kumimoji="1" lang="ja-JP" altLang="en-US" sz="1200" dirty="0"/>
          </a:p>
        </p:txBody>
      </p:sp>
      <p:sp>
        <p:nvSpPr>
          <p:cNvPr id="12" name="テキスト ボックス 11"/>
          <p:cNvSpPr txBox="1"/>
          <p:nvPr/>
        </p:nvSpPr>
        <p:spPr>
          <a:xfrm>
            <a:off x="2628900" y="3365500"/>
            <a:ext cx="12700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200" dirty="0" smtClean="0"/>
              <a:t>問題種別</a:t>
            </a:r>
            <a:endParaRPr kumimoji="1" lang="ja-JP" altLang="en-US" sz="1200" dirty="0"/>
          </a:p>
        </p:txBody>
      </p:sp>
      <p:sp>
        <p:nvSpPr>
          <p:cNvPr id="29" name="正方形/長方形 28"/>
          <p:cNvSpPr/>
          <p:nvPr/>
        </p:nvSpPr>
        <p:spPr>
          <a:xfrm>
            <a:off x="3441700" y="4140200"/>
            <a:ext cx="5689600" cy="18895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kumimoji="1" lang="ja-JP" altLang="en-US" sz="1200" dirty="0" smtClean="0"/>
              <a:t>あああああ</a:t>
            </a:r>
            <a:endParaRPr kumimoji="1" lang="ja-JP" altLang="en-US" sz="1200" dirty="0"/>
          </a:p>
        </p:txBody>
      </p:sp>
      <p:sp>
        <p:nvSpPr>
          <p:cNvPr id="30" name="テキスト ボックス 29"/>
          <p:cNvSpPr txBox="1"/>
          <p:nvPr/>
        </p:nvSpPr>
        <p:spPr>
          <a:xfrm>
            <a:off x="2628900" y="4114800"/>
            <a:ext cx="12700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200" dirty="0" smtClean="0"/>
              <a:t>選択肢</a:t>
            </a:r>
            <a:r>
              <a:rPr lang="en-US" altLang="ja-JP" sz="1200" dirty="0" smtClean="0"/>
              <a:t>A</a:t>
            </a:r>
            <a:endParaRPr kumimoji="1" lang="ja-JP" altLang="en-US" sz="1200" dirty="0"/>
          </a:p>
        </p:txBody>
      </p:sp>
      <p:sp>
        <p:nvSpPr>
          <p:cNvPr id="37" name="正方形/長方形 36"/>
          <p:cNvSpPr/>
          <p:nvPr/>
        </p:nvSpPr>
        <p:spPr>
          <a:xfrm>
            <a:off x="3441700" y="4432300"/>
            <a:ext cx="5689600" cy="18895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kumimoji="1" lang="ja-JP" altLang="en-US" sz="1200" dirty="0" err="1" smtClean="0"/>
              <a:t>いいいい</a:t>
            </a:r>
            <a:r>
              <a:rPr kumimoji="1" lang="ja-JP" altLang="en-US" sz="1200" dirty="0" smtClean="0"/>
              <a:t>いい</a:t>
            </a:r>
            <a:endParaRPr kumimoji="1" lang="ja-JP" altLang="en-US" sz="1200" dirty="0"/>
          </a:p>
        </p:txBody>
      </p:sp>
      <p:sp>
        <p:nvSpPr>
          <p:cNvPr id="38" name="テキスト ボックス 37"/>
          <p:cNvSpPr txBox="1"/>
          <p:nvPr/>
        </p:nvSpPr>
        <p:spPr>
          <a:xfrm>
            <a:off x="2628900" y="4406900"/>
            <a:ext cx="12700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200" dirty="0" smtClean="0"/>
              <a:t>選択肢</a:t>
            </a:r>
            <a:r>
              <a:rPr lang="en-US" altLang="ja-JP" sz="1200" dirty="0" smtClean="0"/>
              <a:t>B</a:t>
            </a:r>
            <a:endParaRPr kumimoji="1" lang="ja-JP" altLang="en-US" sz="1200" dirty="0"/>
          </a:p>
        </p:txBody>
      </p:sp>
      <p:sp>
        <p:nvSpPr>
          <p:cNvPr id="39" name="正方形/長方形 38"/>
          <p:cNvSpPr/>
          <p:nvPr/>
        </p:nvSpPr>
        <p:spPr>
          <a:xfrm>
            <a:off x="3441700" y="4724400"/>
            <a:ext cx="5689600" cy="18895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kumimoji="1" lang="ja-JP" altLang="en-US" sz="1200" dirty="0" err="1" smtClean="0"/>
              <a:t>うううううううう</a:t>
            </a:r>
            <a:endParaRPr kumimoji="1" lang="ja-JP" altLang="en-US" sz="1200" dirty="0"/>
          </a:p>
        </p:txBody>
      </p:sp>
      <p:sp>
        <p:nvSpPr>
          <p:cNvPr id="40" name="テキスト ボックス 39"/>
          <p:cNvSpPr txBox="1"/>
          <p:nvPr/>
        </p:nvSpPr>
        <p:spPr>
          <a:xfrm>
            <a:off x="2628900" y="4699000"/>
            <a:ext cx="12700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200" dirty="0" smtClean="0"/>
              <a:t>選択肢</a:t>
            </a:r>
            <a:r>
              <a:rPr lang="en-US" altLang="ja-JP" sz="1200" dirty="0" smtClean="0"/>
              <a:t>C</a:t>
            </a:r>
            <a:endParaRPr kumimoji="1" lang="ja-JP" altLang="en-US" sz="1200" dirty="0"/>
          </a:p>
        </p:txBody>
      </p:sp>
      <p:sp>
        <p:nvSpPr>
          <p:cNvPr id="41" name="正方形/長方形 40"/>
          <p:cNvSpPr/>
          <p:nvPr/>
        </p:nvSpPr>
        <p:spPr>
          <a:xfrm>
            <a:off x="3441700" y="5016500"/>
            <a:ext cx="5689600" cy="18895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kumimoji="1" lang="ja-JP" altLang="en-US" sz="1200" dirty="0" smtClean="0"/>
              <a:t>え</a:t>
            </a:r>
            <a:r>
              <a:rPr kumimoji="1" lang="ja-JP" altLang="en-US" sz="1200" dirty="0" err="1" smtClean="0"/>
              <a:t>ええ</a:t>
            </a:r>
            <a:r>
              <a:rPr kumimoji="1" lang="ja-JP" altLang="en-US" sz="1200" dirty="0" smtClean="0"/>
              <a:t>えええええええええ</a:t>
            </a:r>
            <a:endParaRPr kumimoji="1" lang="ja-JP" altLang="en-US" sz="1200" dirty="0"/>
          </a:p>
        </p:txBody>
      </p:sp>
      <p:sp>
        <p:nvSpPr>
          <p:cNvPr id="42" name="テキスト ボックス 41"/>
          <p:cNvSpPr txBox="1"/>
          <p:nvPr/>
        </p:nvSpPr>
        <p:spPr>
          <a:xfrm>
            <a:off x="2628900" y="4991100"/>
            <a:ext cx="12700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200" dirty="0" smtClean="0"/>
              <a:t>選択肢</a:t>
            </a:r>
            <a:r>
              <a:rPr lang="en-US" altLang="ja-JP" sz="1200" dirty="0" smtClean="0"/>
              <a:t>D</a:t>
            </a:r>
            <a:endParaRPr kumimoji="1" lang="ja-JP" altLang="en-US" sz="1200" dirty="0"/>
          </a:p>
        </p:txBody>
      </p:sp>
      <p:sp>
        <p:nvSpPr>
          <p:cNvPr id="43" name="正方形/長方形 42"/>
          <p:cNvSpPr/>
          <p:nvPr/>
        </p:nvSpPr>
        <p:spPr>
          <a:xfrm>
            <a:off x="3441700" y="3721100"/>
            <a:ext cx="5689600" cy="35474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1200" dirty="0" smtClean="0"/>
              <a:t>マウス使いづらい</a:t>
            </a:r>
            <a:endParaRPr kumimoji="1" lang="ja-JP" altLang="en-US" sz="1200" dirty="0"/>
          </a:p>
        </p:txBody>
      </p:sp>
      <p:sp>
        <p:nvSpPr>
          <p:cNvPr id="44" name="テキスト ボックス 43"/>
          <p:cNvSpPr txBox="1"/>
          <p:nvPr/>
        </p:nvSpPr>
        <p:spPr>
          <a:xfrm>
            <a:off x="2628900" y="3695700"/>
            <a:ext cx="12700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200" dirty="0"/>
              <a:t>質問文</a:t>
            </a:r>
            <a:endParaRPr kumimoji="1" lang="ja-JP" altLang="en-US" sz="1200" dirty="0"/>
          </a:p>
        </p:txBody>
      </p:sp>
      <p:sp>
        <p:nvSpPr>
          <p:cNvPr id="45" name="正方形/長方形 44"/>
          <p:cNvSpPr/>
          <p:nvPr/>
        </p:nvSpPr>
        <p:spPr>
          <a:xfrm>
            <a:off x="3441700" y="2628900"/>
            <a:ext cx="1079500" cy="2286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kumimoji="1" lang="ja-JP" altLang="en-US" sz="1200" dirty="0" smtClean="0"/>
              <a:t>画像</a:t>
            </a:r>
            <a:endParaRPr kumimoji="1" lang="ja-JP" altLang="en-US" sz="1200" dirty="0"/>
          </a:p>
        </p:txBody>
      </p:sp>
      <p:sp>
        <p:nvSpPr>
          <p:cNvPr id="46" name="テキスト ボックス 45"/>
          <p:cNvSpPr txBox="1"/>
          <p:nvPr/>
        </p:nvSpPr>
        <p:spPr>
          <a:xfrm>
            <a:off x="2628900" y="2603500"/>
            <a:ext cx="12700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200" dirty="0"/>
              <a:t>前説</a:t>
            </a:r>
            <a:r>
              <a:rPr kumimoji="1" lang="ja-JP" altLang="en-US" sz="1200" dirty="0" smtClean="0"/>
              <a:t>種別</a:t>
            </a:r>
            <a:endParaRPr kumimoji="1" lang="ja-JP" altLang="en-US" sz="1200" dirty="0"/>
          </a:p>
        </p:txBody>
      </p:sp>
      <p:sp>
        <p:nvSpPr>
          <p:cNvPr id="47" name="正方形/長方形 46"/>
          <p:cNvSpPr/>
          <p:nvPr/>
        </p:nvSpPr>
        <p:spPr>
          <a:xfrm>
            <a:off x="3441700" y="2959100"/>
            <a:ext cx="5689600" cy="35474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1200" dirty="0" smtClean="0"/>
              <a:t>マウス使いづらい</a:t>
            </a:r>
            <a:endParaRPr kumimoji="1" lang="ja-JP" altLang="en-US" sz="1200" dirty="0"/>
          </a:p>
        </p:txBody>
      </p:sp>
      <p:sp>
        <p:nvSpPr>
          <p:cNvPr id="48" name="テキスト ボックス 47"/>
          <p:cNvSpPr txBox="1"/>
          <p:nvPr/>
        </p:nvSpPr>
        <p:spPr>
          <a:xfrm>
            <a:off x="2628900" y="2933700"/>
            <a:ext cx="12700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200" dirty="0"/>
              <a:t>前説</a:t>
            </a:r>
            <a:r>
              <a:rPr lang="ja-JP" altLang="en-US" sz="1200" dirty="0" smtClean="0"/>
              <a:t>文</a:t>
            </a:r>
            <a:endParaRPr kumimoji="1" lang="ja-JP" altLang="en-US" sz="1200" dirty="0"/>
          </a:p>
        </p:txBody>
      </p:sp>
      <p:sp>
        <p:nvSpPr>
          <p:cNvPr id="49" name="正方形/長方形 48"/>
          <p:cNvSpPr/>
          <p:nvPr/>
        </p:nvSpPr>
        <p:spPr>
          <a:xfrm>
            <a:off x="4524374" y="2628127"/>
            <a:ext cx="282575" cy="22859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 smtClean="0"/>
              <a:t>▼</a:t>
            </a:r>
            <a:endParaRPr kumimoji="1" lang="ja-JP" altLang="en-US" sz="1200" dirty="0"/>
          </a:p>
        </p:txBody>
      </p:sp>
      <p:sp>
        <p:nvSpPr>
          <p:cNvPr id="50" name="正方形/長方形 49"/>
          <p:cNvSpPr/>
          <p:nvPr/>
        </p:nvSpPr>
        <p:spPr>
          <a:xfrm>
            <a:off x="4521198" y="3390900"/>
            <a:ext cx="282575" cy="22782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 smtClean="0"/>
              <a:t>▼</a:t>
            </a:r>
            <a:endParaRPr kumimoji="1" lang="ja-JP" altLang="en-US" sz="1200" dirty="0"/>
          </a:p>
        </p:txBody>
      </p:sp>
      <p:pic>
        <p:nvPicPr>
          <p:cNvPr id="1026" name="Picture 2" descr="http://iconmonstr.com/g/gd/makefg.php?i=s2/default/iconmonstr-text-file-4-icon.png&amp;r=0&amp;g=0&amp;b=0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99562" y="3027402"/>
            <a:ext cx="255589" cy="2555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" name="Picture 2" descr="http://iconmonstr.com/g/gd/makefg.php?i=s2/default/iconmonstr-text-file-4-icon.png&amp;r=0&amp;g=0&amp;b=0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97975" y="3792922"/>
            <a:ext cx="255589" cy="2555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2" descr="http://iconmonstr.com/g/gd/makefg.php?i=s2/default/iconmonstr-text-file-4-icon.png&amp;r=0&amp;g=0&amp;b=0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97975" y="4103706"/>
            <a:ext cx="255589" cy="2555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" name="Picture 2" descr="http://iconmonstr.com/g/gd/makefg.php?i=s2/default/iconmonstr-text-file-4-icon.png&amp;r=0&amp;g=0&amp;b=0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97975" y="4414490"/>
            <a:ext cx="255589" cy="2555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4" name="Picture 2" descr="http://iconmonstr.com/g/gd/makefg.php?i=s2/default/iconmonstr-text-file-4-icon.png&amp;r=0&amp;g=0&amp;b=0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97975" y="4712574"/>
            <a:ext cx="255589" cy="2555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5" name="Picture 2" descr="http://iconmonstr.com/g/gd/makefg.php?i=s2/default/iconmonstr-text-file-4-icon.png&amp;r=0&amp;g=0&amp;b=0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97975" y="5010658"/>
            <a:ext cx="255589" cy="2555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581453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79</Words>
  <Application>Microsoft Office PowerPoint</Application>
  <PresentationFormat>ワイド画面</PresentationFormat>
  <Paragraphs>36</Paragraphs>
  <Slides>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7" baseType="lpstr">
      <vt:lpstr>メイリオ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hiroshi.k20@gmail.com</dc:creator>
  <cp:lastModifiedBy>hiroshi.k20@gmail.com</cp:lastModifiedBy>
  <cp:revision>9</cp:revision>
  <dcterms:created xsi:type="dcterms:W3CDTF">2015-09-19T08:48:52Z</dcterms:created>
  <dcterms:modified xsi:type="dcterms:W3CDTF">2015-09-19T12:10:49Z</dcterms:modified>
</cp:coreProperties>
</file>