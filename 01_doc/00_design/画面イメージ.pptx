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80" d="100"/>
          <a:sy n="80" d="100"/>
        </p:scale>
        <p:origin x="3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25BC-AD11-4778-A66D-F55A9C6B45EE}" type="datetimeFigureOut">
              <a:rPr kumimoji="1" lang="ja-JP" altLang="en-US" smtClean="0"/>
              <a:t>2015/9/19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EE05-D4E5-498A-8A92-13E7F305B0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1633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25BC-AD11-4778-A66D-F55A9C6B45EE}" type="datetimeFigureOut">
              <a:rPr kumimoji="1" lang="ja-JP" altLang="en-US" smtClean="0"/>
              <a:t>2015/9/19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EE05-D4E5-498A-8A92-13E7F305B0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8668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25BC-AD11-4778-A66D-F55A9C6B45EE}" type="datetimeFigureOut">
              <a:rPr kumimoji="1" lang="ja-JP" altLang="en-US" smtClean="0"/>
              <a:t>2015/9/19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EE05-D4E5-498A-8A92-13E7F305B0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2041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25BC-AD11-4778-A66D-F55A9C6B45EE}" type="datetimeFigureOut">
              <a:rPr kumimoji="1" lang="ja-JP" altLang="en-US" smtClean="0"/>
              <a:t>2015/9/19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EE05-D4E5-498A-8A92-13E7F305B0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7514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25BC-AD11-4778-A66D-F55A9C6B45EE}" type="datetimeFigureOut">
              <a:rPr kumimoji="1" lang="ja-JP" altLang="en-US" smtClean="0"/>
              <a:t>2015/9/19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EE05-D4E5-498A-8A92-13E7F305B0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8389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25BC-AD11-4778-A66D-F55A9C6B45EE}" type="datetimeFigureOut">
              <a:rPr kumimoji="1" lang="ja-JP" altLang="en-US" smtClean="0"/>
              <a:t>2015/9/19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EE05-D4E5-498A-8A92-13E7F305B0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1220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25BC-AD11-4778-A66D-F55A9C6B45EE}" type="datetimeFigureOut">
              <a:rPr kumimoji="1" lang="ja-JP" altLang="en-US" smtClean="0"/>
              <a:t>2015/9/19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EE05-D4E5-498A-8A92-13E7F305B0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4303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25BC-AD11-4778-A66D-F55A9C6B45EE}" type="datetimeFigureOut">
              <a:rPr kumimoji="1" lang="ja-JP" altLang="en-US" smtClean="0"/>
              <a:t>2015/9/19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EE05-D4E5-498A-8A92-13E7F305B0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5167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25BC-AD11-4778-A66D-F55A9C6B45EE}" type="datetimeFigureOut">
              <a:rPr kumimoji="1" lang="ja-JP" altLang="en-US" smtClean="0"/>
              <a:t>2015/9/19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EE05-D4E5-498A-8A92-13E7F305B0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4413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25BC-AD11-4778-A66D-F55A9C6B45EE}" type="datetimeFigureOut">
              <a:rPr kumimoji="1" lang="ja-JP" altLang="en-US" smtClean="0"/>
              <a:t>2015/9/19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EE05-D4E5-498A-8A92-13E7F305B0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3430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25BC-AD11-4778-A66D-F55A9C6B45EE}" type="datetimeFigureOut">
              <a:rPr kumimoji="1" lang="ja-JP" altLang="en-US" smtClean="0"/>
              <a:t>2015/9/19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EE05-D4E5-498A-8A92-13E7F305B0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1034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925BC-AD11-4778-A66D-F55A9C6B45EE}" type="datetimeFigureOut">
              <a:rPr kumimoji="1" lang="ja-JP" altLang="en-US" smtClean="0"/>
              <a:t>2015/9/19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1EE05-D4E5-498A-8A92-13E7F305B0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8535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609600" y="1143000"/>
            <a:ext cx="11036300" cy="520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en-US" altLang="ja-JP" sz="2000" b="1" dirty="0" err="1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SmaQ</a:t>
            </a:r>
            <a:endParaRPr kumimoji="1" lang="ja-JP" altLang="en-US" sz="20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609600" y="6324600"/>
            <a:ext cx="110363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© </a:t>
            </a:r>
            <a:r>
              <a:rPr lang="en-US" altLang="ja-JP" sz="1400" dirty="0" err="1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Suteki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Kobo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Corp.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407339"/>
              </p:ext>
            </p:extLst>
          </p:nvPr>
        </p:nvGraphicFramePr>
        <p:xfrm>
          <a:off x="2063750" y="1964266"/>
          <a:ext cx="8128000" cy="4079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559300">
                  <a:extLst>
                    <a:ext uri="{9D8B030D-6E8A-4147-A177-3AD203B41FA5}">
                      <a16:colId xmlns:a16="http://schemas.microsoft.com/office/drawing/2014/main" val="1354328627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927050922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326372999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42500949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3464729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イベント名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編集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再生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テスト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履歴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324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20150918_</a:t>
                      </a:r>
                      <a:r>
                        <a:rPr kumimoji="1" lang="ja-JP" altLang="en-US" dirty="0" smtClean="0"/>
                        <a:t>小島結婚式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52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20151031_HalloweenParty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535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20151229_</a:t>
                      </a:r>
                      <a:r>
                        <a:rPr kumimoji="1" lang="ja-JP" altLang="en-US" dirty="0" smtClean="0"/>
                        <a:t>忘年会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26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548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646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639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98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789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732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668217"/>
                  </a:ext>
                </a:extLst>
              </a:tr>
            </a:tbl>
          </a:graphicData>
        </a:graphic>
      </p:graphicFrame>
      <p:sp>
        <p:nvSpPr>
          <p:cNvPr id="8" name="テキスト ボックス 7"/>
          <p:cNvSpPr txBox="1"/>
          <p:nvPr/>
        </p:nvSpPr>
        <p:spPr>
          <a:xfrm>
            <a:off x="640349" y="489288"/>
            <a:ext cx="703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 smtClean="0"/>
              <a:t>画面イメージ（マイページ）</a:t>
            </a:r>
            <a:endParaRPr kumimoji="1" lang="ja-JP" altLang="en-US" sz="2400" b="1" dirty="0"/>
          </a:p>
        </p:txBody>
      </p:sp>
      <p:grpSp>
        <p:nvGrpSpPr>
          <p:cNvPr id="9" name="グループ化 8"/>
          <p:cNvGrpSpPr/>
          <p:nvPr/>
        </p:nvGrpSpPr>
        <p:grpSpPr>
          <a:xfrm>
            <a:off x="6917322" y="2384091"/>
            <a:ext cx="2995359" cy="300788"/>
            <a:chOff x="6917322" y="2384091"/>
            <a:chExt cx="2995359" cy="300788"/>
          </a:xfrm>
        </p:grpSpPr>
        <p:pic>
          <p:nvPicPr>
            <p:cNvPr id="1026" name="Picture 2" descr="http://iconmonstr.com/g/gd/makefg.php?i=s2/default/iconmonstr-video-play-3-icon.png&amp;r=0&amp;g=0&amp;b=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8497" y="2384091"/>
              <a:ext cx="300788" cy="3007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http://iconmonstr.com/g/gd/makefg.php?i=s2/default/iconmonstr-edit-8-icon.png&amp;r=0&amp;g=0&amp;b=0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7322" y="2385927"/>
              <a:ext cx="286920" cy="286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http://iconmonstr.com/g/gd/makefg.php?i=s2/default/iconmonstr-flask-icon.png&amp;r=0&amp;g=0&amp;b=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0269" y="2402637"/>
              <a:ext cx="253499" cy="2534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http://iconmonstr.com/g/gd/makefg.php?i=s2/default/rewind-3-icon.png&amp;r=0&amp;g=0&amp;b=0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23925" y="2384091"/>
              <a:ext cx="288756" cy="2887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グループ化 13"/>
          <p:cNvGrpSpPr/>
          <p:nvPr/>
        </p:nvGrpSpPr>
        <p:grpSpPr>
          <a:xfrm>
            <a:off x="6913307" y="2741029"/>
            <a:ext cx="2995359" cy="300788"/>
            <a:chOff x="6917322" y="2384091"/>
            <a:chExt cx="2995359" cy="300788"/>
          </a:xfrm>
        </p:grpSpPr>
        <p:pic>
          <p:nvPicPr>
            <p:cNvPr id="15" name="Picture 2" descr="http://iconmonstr.com/g/gd/makefg.php?i=s2/default/iconmonstr-video-play-3-icon.png&amp;r=0&amp;g=0&amp;b=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8497" y="2384091"/>
              <a:ext cx="300788" cy="3007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4" descr="http://iconmonstr.com/g/gd/makefg.php?i=s2/default/iconmonstr-edit-8-icon.png&amp;r=0&amp;g=0&amp;b=0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7322" y="2385927"/>
              <a:ext cx="286920" cy="286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6" descr="http://iconmonstr.com/g/gd/makefg.php?i=s2/default/iconmonstr-flask-icon.png&amp;r=0&amp;g=0&amp;b=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0269" y="2402637"/>
              <a:ext cx="253499" cy="2534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8" descr="http://iconmonstr.com/g/gd/makefg.php?i=s2/default/rewind-3-icon.png&amp;r=0&amp;g=0&amp;b=0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23925" y="2384091"/>
              <a:ext cx="288756" cy="2887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グループ化 18"/>
          <p:cNvGrpSpPr/>
          <p:nvPr/>
        </p:nvGrpSpPr>
        <p:grpSpPr>
          <a:xfrm>
            <a:off x="6909292" y="3097967"/>
            <a:ext cx="2995359" cy="300788"/>
            <a:chOff x="6917322" y="2384091"/>
            <a:chExt cx="2995359" cy="300788"/>
          </a:xfrm>
        </p:grpSpPr>
        <p:pic>
          <p:nvPicPr>
            <p:cNvPr id="20" name="Picture 2" descr="http://iconmonstr.com/g/gd/makefg.php?i=s2/default/iconmonstr-video-play-3-icon.png&amp;r=0&amp;g=0&amp;b=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8497" y="2384091"/>
              <a:ext cx="300788" cy="3007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4" descr="http://iconmonstr.com/g/gd/makefg.php?i=s2/default/iconmonstr-edit-8-icon.png&amp;r=0&amp;g=0&amp;b=0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7322" y="2385927"/>
              <a:ext cx="286920" cy="286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6" descr="http://iconmonstr.com/g/gd/makefg.php?i=s2/default/iconmonstr-flask-icon.png&amp;r=0&amp;g=0&amp;b=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0269" y="2402637"/>
              <a:ext cx="253499" cy="2534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http://iconmonstr.com/g/gd/makefg.php?i=s2/default/rewind-3-icon.png&amp;r=0&amp;g=0&amp;b=0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23925" y="2384091"/>
              <a:ext cx="288756" cy="2887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テキスト ボックス 10"/>
          <p:cNvSpPr txBox="1"/>
          <p:nvPr/>
        </p:nvSpPr>
        <p:spPr>
          <a:xfrm>
            <a:off x="7555833" y="1262808"/>
            <a:ext cx="3877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1400" dirty="0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小林 宏　</a:t>
            </a:r>
            <a:r>
              <a:rPr kumimoji="1" lang="ja-JP" altLang="en-US" sz="1400" u="sng" dirty="0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ログアウト</a:t>
            </a:r>
            <a:endParaRPr kumimoji="1" lang="ja-JP" altLang="en-US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8243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27</Words>
  <Application>Microsoft Office PowerPoint</Application>
  <PresentationFormat>ワイド画面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hiroshi.k20@gmail.com</dc:creator>
  <cp:lastModifiedBy>hiroshi.k20@gmail.com</cp:lastModifiedBy>
  <cp:revision>4</cp:revision>
  <dcterms:created xsi:type="dcterms:W3CDTF">2015-09-19T08:48:52Z</dcterms:created>
  <dcterms:modified xsi:type="dcterms:W3CDTF">2015-09-19T09:00:55Z</dcterms:modified>
</cp:coreProperties>
</file>