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7" r:id="rId5"/>
    <p:sldId id="272" r:id="rId6"/>
    <p:sldId id="269" r:id="rId7"/>
    <p:sldId id="270" r:id="rId8"/>
    <p:sldId id="266" r:id="rId9"/>
    <p:sldId id="259" r:id="rId10"/>
    <p:sldId id="261" r:id="rId11"/>
    <p:sldId id="260" r:id="rId12"/>
    <p:sldId id="263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2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812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498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2434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768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9080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363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6611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0968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7525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17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8987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8B294-979C-4007-A90B-7B7A18AB1291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1906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 smtClean="0"/>
              <a:t>SmaQ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86489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作らないといけないもの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dirty="0" smtClean="0"/>
              <a:t>・メイン</a:t>
            </a:r>
            <a:br>
              <a:rPr lang="ja-JP" altLang="en-US" dirty="0" smtClean="0"/>
            </a:br>
            <a:r>
              <a:rPr lang="ja-JP" altLang="en-US" dirty="0" smtClean="0"/>
              <a:t>◆端末用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en-US" altLang="ja-JP" dirty="0" smtClean="0"/>
              <a:t>…HTML5/JS/CSS</a:t>
            </a:r>
            <a:br>
              <a:rPr lang="en-US" altLang="ja-JP" dirty="0" smtClean="0"/>
            </a:br>
            <a:r>
              <a:rPr lang="en-US" altLang="ja-JP" dirty="0" smtClean="0"/>
              <a:t>◆</a:t>
            </a:r>
            <a:r>
              <a:rPr lang="ja-JP" altLang="en-US" dirty="0" smtClean="0"/>
              <a:t>サーバ</a:t>
            </a:r>
            <a:br>
              <a:rPr lang="ja-JP" altLang="en-US" dirty="0" smtClean="0"/>
            </a:br>
            <a:r>
              <a:rPr lang="en-US" altLang="ja-JP" dirty="0" smtClean="0"/>
              <a:t>…PHP</a:t>
            </a:r>
            <a:br>
              <a:rPr lang="en-US" altLang="ja-JP" dirty="0" smtClean="0"/>
            </a:br>
            <a:r>
              <a:rPr lang="en-US" altLang="ja-JP" dirty="0" smtClean="0"/>
              <a:t>◆</a:t>
            </a:r>
            <a:r>
              <a:rPr lang="ja-JP" altLang="en-US" dirty="0" smtClean="0"/>
              <a:t>表示用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en-US" altLang="ja-JP" dirty="0" smtClean="0"/>
              <a:t>…HTML5</a:t>
            </a:r>
            <a:br>
              <a:rPr lang="en-US" altLang="ja-JP" dirty="0" smtClean="0"/>
            </a:br>
            <a:r>
              <a:rPr lang="ja-JP" altLang="en-US" dirty="0" smtClean="0"/>
              <a:t>動画、画像</a:t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>・使う技術</a:t>
            </a:r>
            <a:br>
              <a:rPr lang="ja-JP" altLang="en-US" dirty="0" smtClean="0"/>
            </a:br>
            <a:r>
              <a:rPr lang="ja-JP" altLang="en-US" dirty="0" smtClean="0"/>
              <a:t>◆</a:t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>◆表示用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ja-JP" altLang="en-US" dirty="0" smtClean="0"/>
              <a:t>画像動画</a:t>
            </a:r>
            <a:r>
              <a:rPr lang="en-US" altLang="ja-JP" dirty="0" smtClean="0"/>
              <a:t>…HTML5</a:t>
            </a:r>
            <a:r>
              <a:rPr lang="ja-JP" altLang="en-US" dirty="0" smtClean="0"/>
              <a:t>のタグを使ってあらかじめサーバに配置した動画像を読み込む</a:t>
            </a:r>
            <a:br>
              <a:rPr lang="ja-JP" altLang="en-US" dirty="0" smtClean="0"/>
            </a:br>
            <a:r>
              <a:rPr lang="ja-JP" altLang="en-US" dirty="0" smtClean="0"/>
              <a:t>画面遷移</a:t>
            </a:r>
            <a:r>
              <a:rPr lang="en-US" altLang="ja-JP" dirty="0" smtClean="0"/>
              <a:t>…HTML/5</a:t>
            </a:r>
            <a:r>
              <a:rPr lang="ja-JP" altLang="en-US" dirty="0" err="1" smtClean="0"/>
              <a:t>、</a:t>
            </a:r>
            <a:r>
              <a:rPr lang="en-US" altLang="ja-JP" dirty="0" err="1" smtClean="0"/>
              <a:t>Javascript</a:t>
            </a:r>
            <a:r>
              <a:rPr lang="ja-JP" altLang="en-US" dirty="0" smtClean="0"/>
              <a:t>の</a:t>
            </a:r>
            <a:r>
              <a:rPr lang="en-US" altLang="ja-JP" dirty="0" smtClean="0"/>
              <a:t>display</a:t>
            </a:r>
            <a:r>
              <a:rPr lang="ja-JP" altLang="en-US" dirty="0" smtClean="0"/>
              <a:t>属性で</a:t>
            </a:r>
            <a:br>
              <a:rPr lang="ja-JP" altLang="en-US" dirty="0" smtClean="0"/>
            </a:br>
            <a:r>
              <a:rPr lang="en-US" altLang="ja-JP" dirty="0" smtClean="0"/>
              <a:t>UI</a:t>
            </a:r>
            <a:r>
              <a:rPr lang="ja-JP" altLang="en-US" dirty="0" smtClean="0"/>
              <a:t>など</a:t>
            </a:r>
            <a:r>
              <a:rPr lang="en-US" altLang="ja-JP" dirty="0" smtClean="0"/>
              <a:t>…jQuery</a:t>
            </a:r>
          </a:p>
          <a:p>
            <a:r>
              <a:rPr lang="ja-JP" altLang="en-US" dirty="0" smtClean="0"/>
              <a:t>サーバとの通信</a:t>
            </a:r>
            <a:r>
              <a:rPr lang="en-US" altLang="ja-JP" dirty="0" smtClean="0"/>
              <a:t>…JSON/jQuery</a:t>
            </a:r>
            <a:r>
              <a:rPr lang="ja-JP" altLang="en-US" dirty="0" smtClean="0"/>
              <a:t>のソケット接続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1020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利用イメージ</a:t>
            </a:r>
            <a:endParaRPr kumimoji="1" lang="ja-JP" altLang="en-US" dirty="0"/>
          </a:p>
        </p:txBody>
      </p:sp>
      <p:cxnSp>
        <p:nvCxnSpPr>
          <p:cNvPr id="7" name="直線矢印コネクタ 6"/>
          <p:cNvCxnSpPr/>
          <p:nvPr/>
        </p:nvCxnSpPr>
        <p:spPr>
          <a:xfrm flipV="1">
            <a:off x="2310938" y="5378335"/>
            <a:ext cx="6891251" cy="83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8811" y="1864446"/>
            <a:ext cx="2240673" cy="2201286"/>
          </a:xfrm>
          <a:prstGeom prst="rect">
            <a:avLst/>
          </a:prstGeom>
        </p:spPr>
      </p:pic>
      <p:cxnSp>
        <p:nvCxnSpPr>
          <p:cNvPr id="13" name="直線矢印コネクタ 12"/>
          <p:cNvCxnSpPr>
            <a:stCxn id="11" idx="1"/>
          </p:cNvCxnSpPr>
          <p:nvPr/>
        </p:nvCxnSpPr>
        <p:spPr>
          <a:xfrm flipH="1">
            <a:off x="1974932" y="2965089"/>
            <a:ext cx="2043879" cy="1199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図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1209" y="4239912"/>
            <a:ext cx="1171264" cy="1670438"/>
          </a:xfrm>
          <a:prstGeom prst="rect">
            <a:avLst/>
          </a:prstGeom>
        </p:spPr>
      </p:pic>
      <p:cxnSp>
        <p:nvCxnSpPr>
          <p:cNvPr id="18" name="直線矢印コネクタ 17"/>
          <p:cNvCxnSpPr>
            <a:endCxn id="11" idx="3"/>
          </p:cNvCxnSpPr>
          <p:nvPr/>
        </p:nvCxnSpPr>
        <p:spPr>
          <a:xfrm flipH="1" flipV="1">
            <a:off x="6259484" y="2965089"/>
            <a:ext cx="3233651" cy="1274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図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6" y="4048295"/>
            <a:ext cx="493242" cy="1451379"/>
          </a:xfrm>
          <a:prstGeom prst="rect">
            <a:avLst/>
          </a:prstGeom>
        </p:spPr>
      </p:pic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43" y="5262916"/>
            <a:ext cx="503446" cy="849817"/>
          </a:xfr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9270" y="5220393"/>
            <a:ext cx="455662" cy="926512"/>
          </a:xfrm>
          <a:prstGeom prst="rect">
            <a:avLst/>
          </a:prstGeom>
        </p:spPr>
      </p:pic>
      <p:sp>
        <p:nvSpPr>
          <p:cNvPr id="3" name="テキスト ボックス 2"/>
          <p:cNvSpPr txBox="1"/>
          <p:nvPr/>
        </p:nvSpPr>
        <p:spPr>
          <a:xfrm>
            <a:off x="1024907" y="614690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回答者</a:t>
            </a:r>
            <a:endParaRPr kumimoji="1" lang="ja-JP" altLang="en-US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4586050" y="4065732"/>
            <a:ext cx="117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スクリーン</a:t>
            </a:r>
            <a:endParaRPr kumimoji="1" lang="ja-JP" altLang="en-US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9670121" y="315917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MC</a:t>
            </a:r>
            <a:endParaRPr kumimoji="1" lang="ja-JP" altLang="en-US" dirty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9348186" y="5910350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サーバ</a:t>
            </a:r>
            <a:endParaRPr kumimoji="1" lang="ja-JP" altLang="en-US" dirty="0"/>
          </a:p>
        </p:txBody>
      </p:sp>
      <p:pic>
        <p:nvPicPr>
          <p:cNvPr id="17" name="コンテンツ プレースホルダー 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8489" y="2048983"/>
            <a:ext cx="2041415" cy="1148296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224" y="2004247"/>
            <a:ext cx="1912686" cy="1237767"/>
          </a:xfrm>
          <a:prstGeom prst="rect">
            <a:avLst/>
          </a:prstGeom>
        </p:spPr>
      </p:pic>
      <p:cxnSp>
        <p:nvCxnSpPr>
          <p:cNvPr id="19" name="直線矢印コネクタ 18"/>
          <p:cNvCxnSpPr>
            <a:stCxn id="14" idx="2"/>
            <a:endCxn id="16" idx="0"/>
          </p:cNvCxnSpPr>
          <p:nvPr/>
        </p:nvCxnSpPr>
        <p:spPr>
          <a:xfrm flipH="1">
            <a:off x="9846841" y="3528511"/>
            <a:ext cx="75914" cy="711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749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画面遷移</a:t>
            </a:r>
            <a:r>
              <a:rPr lang="ja-JP" altLang="en-US" dirty="0" smtClean="0"/>
              <a:t>図（イベント時</a:t>
            </a:r>
            <a:r>
              <a:rPr lang="en-US" altLang="ja-JP" dirty="0" smtClean="0"/>
              <a:t>/PC</a:t>
            </a:r>
            <a:r>
              <a:rPr lang="ja-JP" altLang="en-US" dirty="0" smtClean="0"/>
              <a:t>側）</a:t>
            </a:r>
            <a:endParaRPr kumimoji="1" lang="ja-JP" altLang="en-US" dirty="0"/>
          </a:p>
        </p:txBody>
      </p:sp>
      <p:sp>
        <p:nvSpPr>
          <p:cNvPr id="4" name="正方形/長方形 3"/>
          <p:cNvSpPr/>
          <p:nvPr/>
        </p:nvSpPr>
        <p:spPr>
          <a:xfrm>
            <a:off x="5181600" y="1478713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</a:rPr>
              <a:t>START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6" name="直線コネクタ 5"/>
          <p:cNvCxnSpPr>
            <a:stCxn id="4" idx="2"/>
            <a:endCxn id="8" idx="0"/>
          </p:cNvCxnSpPr>
          <p:nvPr/>
        </p:nvCxnSpPr>
        <p:spPr>
          <a:xfrm>
            <a:off x="6096000" y="1902662"/>
            <a:ext cx="6349" cy="1574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/>
          <p:cNvSpPr/>
          <p:nvPr/>
        </p:nvSpPr>
        <p:spPr>
          <a:xfrm>
            <a:off x="5187949" y="2060155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タイトル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194300" y="2644489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はじめに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線コネクタ 10"/>
          <p:cNvCxnSpPr>
            <a:stCxn id="8" idx="2"/>
            <a:endCxn id="10" idx="0"/>
          </p:cNvCxnSpPr>
          <p:nvPr/>
        </p:nvCxnSpPr>
        <p:spPr>
          <a:xfrm>
            <a:off x="6102349" y="2484104"/>
            <a:ext cx="6351" cy="1603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/>
          <p:cNvCxnSpPr>
            <a:stCxn id="10" idx="2"/>
            <a:endCxn id="17" idx="0"/>
          </p:cNvCxnSpPr>
          <p:nvPr/>
        </p:nvCxnSpPr>
        <p:spPr>
          <a:xfrm>
            <a:off x="6108700" y="3068438"/>
            <a:ext cx="0" cy="157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/>
          <p:cNvSpPr/>
          <p:nvPr/>
        </p:nvSpPr>
        <p:spPr>
          <a:xfrm>
            <a:off x="5194300" y="3225709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問題説明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正方形/長方形 18"/>
          <p:cNvSpPr/>
          <p:nvPr/>
        </p:nvSpPr>
        <p:spPr>
          <a:xfrm>
            <a:off x="5200649" y="3811575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問題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20" name="直線コネクタ 19"/>
          <p:cNvCxnSpPr>
            <a:stCxn id="17" idx="2"/>
            <a:endCxn id="19" idx="0"/>
          </p:cNvCxnSpPr>
          <p:nvPr/>
        </p:nvCxnSpPr>
        <p:spPr>
          <a:xfrm>
            <a:off x="6108700" y="3649658"/>
            <a:ext cx="6349" cy="1619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/>
          <p:cNvSpPr/>
          <p:nvPr/>
        </p:nvSpPr>
        <p:spPr>
          <a:xfrm>
            <a:off x="5200649" y="4392795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解答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25" name="直線コネクタ 24"/>
          <p:cNvCxnSpPr>
            <a:stCxn id="19" idx="2"/>
            <a:endCxn id="23" idx="0"/>
          </p:cNvCxnSpPr>
          <p:nvPr/>
        </p:nvCxnSpPr>
        <p:spPr>
          <a:xfrm>
            <a:off x="6115049" y="4235524"/>
            <a:ext cx="0" cy="157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/>
          <p:cNvSpPr/>
          <p:nvPr/>
        </p:nvSpPr>
        <p:spPr>
          <a:xfrm>
            <a:off x="5200650" y="4977350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ランキング表示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29" name="直線コネクタ 28"/>
          <p:cNvCxnSpPr>
            <a:stCxn id="23" idx="2"/>
            <a:endCxn id="28" idx="0"/>
          </p:cNvCxnSpPr>
          <p:nvPr/>
        </p:nvCxnSpPr>
        <p:spPr>
          <a:xfrm>
            <a:off x="6115049" y="4816744"/>
            <a:ext cx="1" cy="1606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カギ線コネクタ 49"/>
          <p:cNvCxnSpPr>
            <a:stCxn id="28" idx="1"/>
            <a:endCxn id="17" idx="1"/>
          </p:cNvCxnSpPr>
          <p:nvPr/>
        </p:nvCxnSpPr>
        <p:spPr>
          <a:xfrm rot="10800000">
            <a:off x="5194300" y="3437685"/>
            <a:ext cx="6350" cy="1751641"/>
          </a:xfrm>
          <a:prstGeom prst="bentConnector3">
            <a:avLst>
              <a:gd name="adj1" fmla="val 11685449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/>
          <p:cNvCxnSpPr>
            <a:stCxn id="28" idx="2"/>
            <a:endCxn id="53" idx="0"/>
          </p:cNvCxnSpPr>
          <p:nvPr/>
        </p:nvCxnSpPr>
        <p:spPr>
          <a:xfrm>
            <a:off x="6115050" y="5401299"/>
            <a:ext cx="0" cy="157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正方形/長方形 52"/>
          <p:cNvSpPr/>
          <p:nvPr/>
        </p:nvSpPr>
        <p:spPr>
          <a:xfrm>
            <a:off x="5200650" y="5558570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 smtClean="0">
                <a:solidFill>
                  <a:schemeClr val="tx1"/>
                </a:solidFill>
              </a:rPr>
              <a:t>総合ランキング表示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cxnSp>
        <p:nvCxnSpPr>
          <p:cNvPr id="57" name="直線コネクタ 56"/>
          <p:cNvCxnSpPr>
            <a:stCxn id="53" idx="2"/>
            <a:endCxn id="59" idx="0"/>
          </p:cNvCxnSpPr>
          <p:nvPr/>
        </p:nvCxnSpPr>
        <p:spPr>
          <a:xfrm>
            <a:off x="6115050" y="5982519"/>
            <a:ext cx="0" cy="157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正方形/長方形 58"/>
          <p:cNvSpPr/>
          <p:nvPr/>
        </p:nvSpPr>
        <p:spPr>
          <a:xfrm>
            <a:off x="5200650" y="6139790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END</a:t>
            </a:r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93" name="正方形/長方形 92"/>
          <p:cNvSpPr/>
          <p:nvPr/>
        </p:nvSpPr>
        <p:spPr>
          <a:xfrm>
            <a:off x="4813068" y="3150523"/>
            <a:ext cx="2626823" cy="17539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角丸四角形吹き出し 93"/>
          <p:cNvSpPr/>
          <p:nvPr/>
        </p:nvSpPr>
        <p:spPr>
          <a:xfrm>
            <a:off x="8098272" y="1690687"/>
            <a:ext cx="3636759" cy="3867883"/>
          </a:xfrm>
          <a:prstGeom prst="wedgeRoundRectCallout">
            <a:avLst>
              <a:gd name="adj1" fmla="val -72403"/>
              <a:gd name="adj2" fmla="val 6363"/>
              <a:gd name="adj3" fmla="val 16667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46000">
                <a:schemeClr val="bg1">
                  <a:lumMod val="75000"/>
                </a:schemeClr>
              </a:gs>
              <a:gs pos="100000">
                <a:schemeClr val="bg1">
                  <a:lumMod val="65000"/>
                </a:schemeClr>
              </a:gs>
            </a:gsLst>
            <a:lin ang="162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 smtClean="0"/>
              <a:t>詳しくは別</a:t>
            </a:r>
            <a:r>
              <a:rPr lang="ja-JP" altLang="en-US" sz="6000" dirty="0"/>
              <a:t>ページ</a:t>
            </a:r>
            <a:endParaRPr kumimoji="1" lang="ja-JP" altLang="en-US" sz="6000" dirty="0"/>
          </a:p>
        </p:txBody>
      </p:sp>
    </p:spTree>
    <p:extLst>
      <p:ext uri="{BB962C8B-B14F-4D97-AF65-F5344CB8AC3E}">
        <p14:creationId xmlns:p14="http://schemas.microsoft.com/office/powerpoint/2010/main" val="1506022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画面遷移</a:t>
            </a:r>
            <a:r>
              <a:rPr lang="ja-JP" altLang="en-US" dirty="0" smtClean="0"/>
              <a:t>図（イベント時</a:t>
            </a:r>
            <a:r>
              <a:rPr lang="en-US" altLang="ja-JP" dirty="0" smtClean="0"/>
              <a:t>/PC</a:t>
            </a:r>
            <a:r>
              <a:rPr lang="ja-JP" altLang="en-US" dirty="0" smtClean="0"/>
              <a:t>側</a:t>
            </a:r>
            <a:r>
              <a:rPr lang="en-US" altLang="ja-JP" dirty="0" smtClean="0"/>
              <a:t>-</a:t>
            </a:r>
            <a:r>
              <a:rPr lang="ja-JP" altLang="en-US" dirty="0" smtClean="0"/>
              <a:t>詳細）</a:t>
            </a:r>
            <a:endParaRPr kumimoji="1" lang="ja-JP" altLang="en-US" dirty="0"/>
          </a:p>
        </p:txBody>
      </p:sp>
      <p:sp>
        <p:nvSpPr>
          <p:cNvPr id="4" name="正方形/長方形 3"/>
          <p:cNvSpPr/>
          <p:nvPr/>
        </p:nvSpPr>
        <p:spPr>
          <a:xfrm>
            <a:off x="5181600" y="1478713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はじめに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正方形/長方形 16"/>
          <p:cNvSpPr/>
          <p:nvPr/>
        </p:nvSpPr>
        <p:spPr>
          <a:xfrm>
            <a:off x="2742048" y="2685090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問題説明（動画）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8" name="正方形/長方形 27"/>
          <p:cNvSpPr/>
          <p:nvPr/>
        </p:nvSpPr>
        <p:spPr>
          <a:xfrm>
            <a:off x="2742047" y="3812494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問題（動画）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9" name="正方形/長方形 58"/>
          <p:cNvSpPr/>
          <p:nvPr/>
        </p:nvSpPr>
        <p:spPr>
          <a:xfrm>
            <a:off x="5181600" y="6214603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ランキング表示</a:t>
            </a:r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正方形/長方形 25"/>
          <p:cNvSpPr/>
          <p:nvPr/>
        </p:nvSpPr>
        <p:spPr>
          <a:xfrm>
            <a:off x="5197074" y="2682962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 smtClean="0">
                <a:solidFill>
                  <a:schemeClr val="tx1"/>
                </a:solidFill>
              </a:rPr>
              <a:t>問題説明（静止画）</a:t>
            </a:r>
            <a:endParaRPr kumimoji="1" lang="ja-JP" altLang="en-US" sz="1600" dirty="0">
              <a:solidFill>
                <a:schemeClr val="tx1"/>
              </a:solidFill>
            </a:endParaRPr>
          </a:p>
        </p:txBody>
      </p:sp>
      <p:cxnSp>
        <p:nvCxnSpPr>
          <p:cNvPr id="27" name="カギ線コネクタ 26"/>
          <p:cNvCxnSpPr>
            <a:stCxn id="17" idx="0"/>
            <a:endCxn id="4" idx="2"/>
          </p:cNvCxnSpPr>
          <p:nvPr/>
        </p:nvCxnSpPr>
        <p:spPr>
          <a:xfrm rot="5400000" flipH="1" flipV="1">
            <a:off x="4485010" y="1074100"/>
            <a:ext cx="782428" cy="243955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カギ線コネクタ 29"/>
          <p:cNvCxnSpPr>
            <a:stCxn id="26" idx="0"/>
            <a:endCxn id="4" idx="2"/>
          </p:cNvCxnSpPr>
          <p:nvPr/>
        </p:nvCxnSpPr>
        <p:spPr>
          <a:xfrm rot="16200000" flipV="1">
            <a:off x="5713587" y="2285075"/>
            <a:ext cx="780300" cy="1547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/>
          <p:cNvSpPr/>
          <p:nvPr/>
        </p:nvSpPr>
        <p:spPr>
          <a:xfrm>
            <a:off x="7652100" y="2722270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 smtClean="0">
                <a:solidFill>
                  <a:schemeClr val="tx1"/>
                </a:solidFill>
              </a:rPr>
              <a:t>問題説明（テキスト）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cxnSp>
        <p:nvCxnSpPr>
          <p:cNvPr id="34" name="カギ線コネクタ 33"/>
          <p:cNvCxnSpPr>
            <a:stCxn id="33" idx="0"/>
            <a:endCxn id="4" idx="2"/>
          </p:cNvCxnSpPr>
          <p:nvPr/>
        </p:nvCxnSpPr>
        <p:spPr>
          <a:xfrm rot="16200000" flipV="1">
            <a:off x="6921446" y="1077216"/>
            <a:ext cx="819608" cy="247050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正方形/長方形 44"/>
          <p:cNvSpPr/>
          <p:nvPr/>
        </p:nvSpPr>
        <p:spPr>
          <a:xfrm>
            <a:off x="5205387" y="3814623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問題（静止画）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6" name="正方形/長方形 45"/>
          <p:cNvSpPr/>
          <p:nvPr/>
        </p:nvSpPr>
        <p:spPr>
          <a:xfrm>
            <a:off x="7652100" y="3820354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問題（テキスト）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48" name="カギ線コネクタ 47"/>
          <p:cNvCxnSpPr>
            <a:stCxn id="28" idx="0"/>
            <a:endCxn id="17" idx="2"/>
          </p:cNvCxnSpPr>
          <p:nvPr/>
        </p:nvCxnSpPr>
        <p:spPr>
          <a:xfrm rot="5400000" flipH="1" flipV="1">
            <a:off x="3304720" y="3460767"/>
            <a:ext cx="703455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カギ線コネクタ 50"/>
          <p:cNvCxnSpPr>
            <a:stCxn id="45" idx="0"/>
            <a:endCxn id="26" idx="2"/>
          </p:cNvCxnSpPr>
          <p:nvPr/>
        </p:nvCxnSpPr>
        <p:spPr>
          <a:xfrm rot="16200000" flipV="1">
            <a:off x="5761775" y="3456610"/>
            <a:ext cx="707712" cy="83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カギ線コネクタ 53"/>
          <p:cNvCxnSpPr>
            <a:stCxn id="46" idx="0"/>
            <a:endCxn id="33" idx="2"/>
          </p:cNvCxnSpPr>
          <p:nvPr/>
        </p:nvCxnSpPr>
        <p:spPr>
          <a:xfrm rot="5400000" flipH="1" flipV="1">
            <a:off x="8229433" y="3483287"/>
            <a:ext cx="674135" cy="1270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カギ線コネクタ 57"/>
          <p:cNvCxnSpPr>
            <a:stCxn id="45" idx="0"/>
            <a:endCxn id="33" idx="2"/>
          </p:cNvCxnSpPr>
          <p:nvPr/>
        </p:nvCxnSpPr>
        <p:spPr>
          <a:xfrm rot="5400000" flipH="1" flipV="1">
            <a:off x="7008941" y="2257065"/>
            <a:ext cx="668404" cy="2446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カギ線コネクタ 59"/>
          <p:cNvCxnSpPr>
            <a:stCxn id="28" idx="0"/>
            <a:endCxn id="33" idx="2"/>
          </p:cNvCxnSpPr>
          <p:nvPr/>
        </p:nvCxnSpPr>
        <p:spPr>
          <a:xfrm rot="5400000" flipH="1" flipV="1">
            <a:off x="5778336" y="1024331"/>
            <a:ext cx="666275" cy="491005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/>
          <p:cNvCxnSpPr>
            <a:stCxn id="28" idx="2"/>
            <a:endCxn id="67" idx="0"/>
          </p:cNvCxnSpPr>
          <p:nvPr/>
        </p:nvCxnSpPr>
        <p:spPr>
          <a:xfrm>
            <a:off x="3656447" y="4236443"/>
            <a:ext cx="0" cy="3251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正方形/長方形 66"/>
          <p:cNvSpPr/>
          <p:nvPr/>
        </p:nvSpPr>
        <p:spPr>
          <a:xfrm>
            <a:off x="2742047" y="4561613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解答</a:t>
            </a:r>
            <a:r>
              <a:rPr kumimoji="1" lang="ja-JP" altLang="en-US" dirty="0" smtClean="0">
                <a:solidFill>
                  <a:schemeClr val="tx1"/>
                </a:solidFill>
              </a:rPr>
              <a:t>（動画）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9" name="正方形/長方形 68"/>
          <p:cNvSpPr/>
          <p:nvPr/>
        </p:nvSpPr>
        <p:spPr>
          <a:xfrm>
            <a:off x="5205386" y="4573609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解答</a:t>
            </a:r>
            <a:r>
              <a:rPr kumimoji="1" lang="ja-JP" altLang="en-US" dirty="0" smtClean="0">
                <a:solidFill>
                  <a:schemeClr val="tx1"/>
                </a:solidFill>
              </a:rPr>
              <a:t>（静止画）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0" name="正方形/長方形 69"/>
          <p:cNvSpPr/>
          <p:nvPr/>
        </p:nvSpPr>
        <p:spPr>
          <a:xfrm>
            <a:off x="7668725" y="4585605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解答</a:t>
            </a:r>
            <a:r>
              <a:rPr kumimoji="1" lang="ja-JP" altLang="en-US" dirty="0" smtClean="0">
                <a:solidFill>
                  <a:schemeClr val="tx1"/>
                </a:solidFill>
              </a:rPr>
              <a:t>（テキスト）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71" name="直線コネクタ 70"/>
          <p:cNvCxnSpPr>
            <a:stCxn id="45" idx="2"/>
            <a:endCxn id="69" idx="0"/>
          </p:cNvCxnSpPr>
          <p:nvPr/>
        </p:nvCxnSpPr>
        <p:spPr>
          <a:xfrm flipH="1">
            <a:off x="6119786" y="4238572"/>
            <a:ext cx="1" cy="3350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/>
          <p:cNvCxnSpPr>
            <a:stCxn id="46" idx="2"/>
            <a:endCxn id="70" idx="0"/>
          </p:cNvCxnSpPr>
          <p:nvPr/>
        </p:nvCxnSpPr>
        <p:spPr>
          <a:xfrm>
            <a:off x="8566500" y="4244303"/>
            <a:ext cx="16625" cy="3413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/>
          <p:cNvCxnSpPr>
            <a:stCxn id="59" idx="0"/>
            <a:endCxn id="70" idx="2"/>
          </p:cNvCxnSpPr>
          <p:nvPr/>
        </p:nvCxnSpPr>
        <p:spPr>
          <a:xfrm rot="5400000" flipH="1" flipV="1">
            <a:off x="6737038" y="4368517"/>
            <a:ext cx="1205049" cy="248712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カギ線コネクタ 79"/>
          <p:cNvCxnSpPr>
            <a:stCxn id="59" idx="0"/>
            <a:endCxn id="67" idx="2"/>
          </p:cNvCxnSpPr>
          <p:nvPr/>
        </p:nvCxnSpPr>
        <p:spPr>
          <a:xfrm rot="16200000" flipV="1">
            <a:off x="4261704" y="4380306"/>
            <a:ext cx="1229041" cy="243955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カギ線コネクタ 82"/>
          <p:cNvCxnSpPr>
            <a:stCxn id="59" idx="0"/>
            <a:endCxn id="69" idx="2"/>
          </p:cNvCxnSpPr>
          <p:nvPr/>
        </p:nvCxnSpPr>
        <p:spPr>
          <a:xfrm rot="5400000" flipH="1" flipV="1">
            <a:off x="5499371" y="5594188"/>
            <a:ext cx="1217045" cy="23786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カギ線コネクタ 85"/>
          <p:cNvCxnSpPr>
            <a:stCxn id="59" idx="1"/>
            <a:endCxn id="4" idx="1"/>
          </p:cNvCxnSpPr>
          <p:nvPr/>
        </p:nvCxnSpPr>
        <p:spPr>
          <a:xfrm rot="10800000">
            <a:off x="5181600" y="1690688"/>
            <a:ext cx="12700" cy="4735890"/>
          </a:xfrm>
          <a:prstGeom prst="bentConnector3">
            <a:avLst>
              <a:gd name="adj1" fmla="val 27392724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4900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画面遷移</a:t>
            </a:r>
            <a:r>
              <a:rPr lang="ja-JP" altLang="en-US" dirty="0" smtClean="0"/>
              <a:t>図（イベント時</a:t>
            </a:r>
            <a:r>
              <a:rPr lang="en-US" altLang="ja-JP" dirty="0" smtClean="0"/>
              <a:t>/</a:t>
            </a:r>
            <a:r>
              <a:rPr lang="ja-JP" altLang="en-US" dirty="0" smtClean="0"/>
              <a:t>スマホ側）</a:t>
            </a:r>
            <a:endParaRPr kumimoji="1" lang="ja-JP" altLang="en-US" dirty="0"/>
          </a:p>
        </p:txBody>
      </p:sp>
      <p:sp>
        <p:nvSpPr>
          <p:cNvPr id="4" name="正方形/長方形 3"/>
          <p:cNvSpPr/>
          <p:nvPr/>
        </p:nvSpPr>
        <p:spPr>
          <a:xfrm>
            <a:off x="5189912" y="2035666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</a:rPr>
              <a:t>START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6" name="直線コネクタ 5"/>
          <p:cNvCxnSpPr>
            <a:stCxn id="4" idx="2"/>
            <a:endCxn id="8" idx="0"/>
          </p:cNvCxnSpPr>
          <p:nvPr/>
        </p:nvCxnSpPr>
        <p:spPr>
          <a:xfrm>
            <a:off x="6104312" y="2459615"/>
            <a:ext cx="6349" cy="1574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/>
          <p:cNvSpPr/>
          <p:nvPr/>
        </p:nvSpPr>
        <p:spPr>
          <a:xfrm>
            <a:off x="5196261" y="2617108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登録画面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202612" y="3201442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回答画面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線コネクタ 10"/>
          <p:cNvCxnSpPr>
            <a:stCxn id="8" idx="2"/>
            <a:endCxn id="10" idx="0"/>
          </p:cNvCxnSpPr>
          <p:nvPr/>
        </p:nvCxnSpPr>
        <p:spPr>
          <a:xfrm>
            <a:off x="6110661" y="3041057"/>
            <a:ext cx="6351" cy="1603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/>
          <p:cNvCxnSpPr>
            <a:stCxn id="10" idx="2"/>
            <a:endCxn id="17" idx="0"/>
          </p:cNvCxnSpPr>
          <p:nvPr/>
        </p:nvCxnSpPr>
        <p:spPr>
          <a:xfrm>
            <a:off x="6117012" y="3625391"/>
            <a:ext cx="0" cy="157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/>
          <p:cNvSpPr/>
          <p:nvPr/>
        </p:nvSpPr>
        <p:spPr>
          <a:xfrm>
            <a:off x="5202612" y="3782662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回答完了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正方形/長方形 18"/>
          <p:cNvSpPr/>
          <p:nvPr/>
        </p:nvSpPr>
        <p:spPr>
          <a:xfrm>
            <a:off x="7594713" y="3201441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回答失敗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20" name="直線コネクタ 19"/>
          <p:cNvCxnSpPr>
            <a:stCxn id="10" idx="3"/>
            <a:endCxn id="19" idx="1"/>
          </p:cNvCxnSpPr>
          <p:nvPr/>
        </p:nvCxnSpPr>
        <p:spPr>
          <a:xfrm flipV="1">
            <a:off x="7031412" y="3413416"/>
            <a:ext cx="563301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カギ線コネクタ 49"/>
          <p:cNvCxnSpPr>
            <a:stCxn id="17" idx="1"/>
            <a:endCxn id="10" idx="1"/>
          </p:cNvCxnSpPr>
          <p:nvPr/>
        </p:nvCxnSpPr>
        <p:spPr>
          <a:xfrm rot="10800000">
            <a:off x="5202612" y="3413417"/>
            <a:ext cx="12700" cy="581220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カギ線コネクタ 26"/>
          <p:cNvCxnSpPr>
            <a:stCxn id="8" idx="3"/>
            <a:endCxn id="19" idx="0"/>
          </p:cNvCxnSpPr>
          <p:nvPr/>
        </p:nvCxnSpPr>
        <p:spPr>
          <a:xfrm>
            <a:off x="7025061" y="2829083"/>
            <a:ext cx="1484052" cy="372358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/>
          <p:cNvSpPr/>
          <p:nvPr/>
        </p:nvSpPr>
        <p:spPr>
          <a:xfrm>
            <a:off x="5208961" y="4418587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アンケート画面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31" name="直線コネクタ 30"/>
          <p:cNvCxnSpPr>
            <a:stCxn id="17" idx="2"/>
            <a:endCxn id="30" idx="0"/>
          </p:cNvCxnSpPr>
          <p:nvPr/>
        </p:nvCxnSpPr>
        <p:spPr>
          <a:xfrm>
            <a:off x="6117012" y="4206611"/>
            <a:ext cx="6349" cy="2119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カギ線コネクタ 35"/>
          <p:cNvCxnSpPr>
            <a:stCxn id="30" idx="1"/>
            <a:endCxn id="8" idx="1"/>
          </p:cNvCxnSpPr>
          <p:nvPr/>
        </p:nvCxnSpPr>
        <p:spPr>
          <a:xfrm rot="10800000">
            <a:off x="5196261" y="2829084"/>
            <a:ext cx="12700" cy="1801479"/>
          </a:xfrm>
          <a:prstGeom prst="bentConnector3">
            <a:avLst>
              <a:gd name="adj1" fmla="val 3536362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104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画面遷移</a:t>
            </a:r>
            <a:r>
              <a:rPr lang="ja-JP" altLang="en-US" dirty="0" smtClean="0"/>
              <a:t>図（準備時）</a:t>
            </a:r>
            <a:endParaRPr kumimoji="1" lang="ja-JP" altLang="en-US" dirty="0"/>
          </a:p>
        </p:txBody>
      </p:sp>
      <p:sp>
        <p:nvSpPr>
          <p:cNvPr id="4" name="正方形/長方形 3"/>
          <p:cNvSpPr/>
          <p:nvPr/>
        </p:nvSpPr>
        <p:spPr>
          <a:xfrm>
            <a:off x="5106783" y="1749606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>
                <a:solidFill>
                  <a:schemeClr val="tx1"/>
                </a:solidFill>
              </a:rPr>
              <a:t>START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6" name="直線コネクタ 5"/>
          <p:cNvCxnSpPr>
            <a:stCxn id="4" idx="2"/>
            <a:endCxn id="8" idx="0"/>
          </p:cNvCxnSpPr>
          <p:nvPr/>
        </p:nvCxnSpPr>
        <p:spPr>
          <a:xfrm>
            <a:off x="6021183" y="2173555"/>
            <a:ext cx="6349" cy="1574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/>
          <p:cNvSpPr/>
          <p:nvPr/>
        </p:nvSpPr>
        <p:spPr>
          <a:xfrm>
            <a:off x="5113132" y="2331048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ログイン</a:t>
            </a:r>
            <a:r>
              <a:rPr kumimoji="1" lang="ja-JP" altLang="en-US" dirty="0" smtClean="0">
                <a:solidFill>
                  <a:schemeClr val="tx1"/>
                </a:solidFill>
              </a:rPr>
              <a:t>画面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119483" y="2915382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マイページ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線コネクタ 10"/>
          <p:cNvCxnSpPr>
            <a:stCxn id="8" idx="2"/>
            <a:endCxn id="10" idx="0"/>
          </p:cNvCxnSpPr>
          <p:nvPr/>
        </p:nvCxnSpPr>
        <p:spPr>
          <a:xfrm>
            <a:off x="6027532" y="2754997"/>
            <a:ext cx="6351" cy="1603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/>
          <p:cNvSpPr/>
          <p:nvPr/>
        </p:nvSpPr>
        <p:spPr>
          <a:xfrm>
            <a:off x="6665650" y="4256488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デモページ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正方形/長方形 18"/>
          <p:cNvSpPr/>
          <p:nvPr/>
        </p:nvSpPr>
        <p:spPr>
          <a:xfrm>
            <a:off x="7453395" y="2331048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新規登録画面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15" name="直線コネクタ 14"/>
          <p:cNvCxnSpPr>
            <a:stCxn id="8" idx="3"/>
            <a:endCxn id="19" idx="1"/>
          </p:cNvCxnSpPr>
          <p:nvPr/>
        </p:nvCxnSpPr>
        <p:spPr>
          <a:xfrm>
            <a:off x="6941932" y="2543023"/>
            <a:ext cx="51146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カギ線コネクタ 17"/>
          <p:cNvCxnSpPr>
            <a:stCxn id="10" idx="3"/>
            <a:endCxn id="19" idx="2"/>
          </p:cNvCxnSpPr>
          <p:nvPr/>
        </p:nvCxnSpPr>
        <p:spPr>
          <a:xfrm flipV="1">
            <a:off x="6948283" y="2754997"/>
            <a:ext cx="1419512" cy="372360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正方形/長方形 21"/>
          <p:cNvSpPr/>
          <p:nvPr/>
        </p:nvSpPr>
        <p:spPr>
          <a:xfrm>
            <a:off x="8912857" y="4256487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回答履歴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23" name="カギ線コネクタ 22"/>
          <p:cNvCxnSpPr>
            <a:stCxn id="22" idx="0"/>
            <a:endCxn id="10" idx="2"/>
          </p:cNvCxnSpPr>
          <p:nvPr/>
        </p:nvCxnSpPr>
        <p:spPr>
          <a:xfrm rot="16200000" flipV="1">
            <a:off x="7471992" y="1901222"/>
            <a:ext cx="917156" cy="379337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正方形/長方形 25"/>
          <p:cNvSpPr/>
          <p:nvPr/>
        </p:nvSpPr>
        <p:spPr>
          <a:xfrm>
            <a:off x="4418443" y="4251317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再生ページ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8" name="正方形/長方形 27"/>
          <p:cNvSpPr/>
          <p:nvPr/>
        </p:nvSpPr>
        <p:spPr>
          <a:xfrm>
            <a:off x="2171236" y="4251317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コンテンツ登録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29" name="カギ線コネクタ 28"/>
          <p:cNvCxnSpPr>
            <a:stCxn id="26" idx="0"/>
            <a:endCxn id="10" idx="2"/>
          </p:cNvCxnSpPr>
          <p:nvPr/>
        </p:nvCxnSpPr>
        <p:spPr>
          <a:xfrm rot="5400000" flipH="1" flipV="1">
            <a:off x="5227370" y="3444804"/>
            <a:ext cx="911986" cy="70104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カギ線コネクタ 33"/>
          <p:cNvCxnSpPr>
            <a:stCxn id="17" idx="0"/>
            <a:endCxn id="10" idx="2"/>
          </p:cNvCxnSpPr>
          <p:nvPr/>
        </p:nvCxnSpPr>
        <p:spPr>
          <a:xfrm rot="16200000" flipV="1">
            <a:off x="6348389" y="3024826"/>
            <a:ext cx="917157" cy="15461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カギ線コネクタ 36"/>
          <p:cNvCxnSpPr>
            <a:stCxn id="28" idx="0"/>
            <a:endCxn id="10" idx="2"/>
          </p:cNvCxnSpPr>
          <p:nvPr/>
        </p:nvCxnSpPr>
        <p:spPr>
          <a:xfrm rot="5400000" flipH="1" flipV="1">
            <a:off x="4103766" y="2321201"/>
            <a:ext cx="911986" cy="294824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/>
          <p:cNvSpPr/>
          <p:nvPr/>
        </p:nvSpPr>
        <p:spPr>
          <a:xfrm>
            <a:off x="5119483" y="5375277"/>
            <a:ext cx="1828800" cy="4239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マイページへ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41" name="カギ線コネクタ 40"/>
          <p:cNvCxnSpPr>
            <a:stCxn id="40" idx="0"/>
            <a:endCxn id="28" idx="2"/>
          </p:cNvCxnSpPr>
          <p:nvPr/>
        </p:nvCxnSpPr>
        <p:spPr>
          <a:xfrm rot="16200000" flipV="1">
            <a:off x="4209755" y="3551148"/>
            <a:ext cx="700011" cy="294824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カギ線コネクタ 43"/>
          <p:cNvCxnSpPr>
            <a:stCxn id="40" idx="0"/>
            <a:endCxn id="26" idx="2"/>
          </p:cNvCxnSpPr>
          <p:nvPr/>
        </p:nvCxnSpPr>
        <p:spPr>
          <a:xfrm rot="16200000" flipV="1">
            <a:off x="5333358" y="4674752"/>
            <a:ext cx="700011" cy="70104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カギ線コネクタ 46"/>
          <p:cNvCxnSpPr>
            <a:stCxn id="40" idx="0"/>
            <a:endCxn id="17" idx="2"/>
          </p:cNvCxnSpPr>
          <p:nvPr/>
        </p:nvCxnSpPr>
        <p:spPr>
          <a:xfrm rot="5400000" flipH="1" flipV="1">
            <a:off x="6459546" y="4254774"/>
            <a:ext cx="694840" cy="15461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カギ線コネクタ 50"/>
          <p:cNvCxnSpPr>
            <a:stCxn id="40" idx="0"/>
            <a:endCxn id="22" idx="2"/>
          </p:cNvCxnSpPr>
          <p:nvPr/>
        </p:nvCxnSpPr>
        <p:spPr>
          <a:xfrm rot="5400000" flipH="1" flipV="1">
            <a:off x="7583150" y="3131170"/>
            <a:ext cx="694841" cy="379337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カギ線コネクタ 52"/>
          <p:cNvCxnSpPr>
            <a:stCxn id="10" idx="1"/>
            <a:endCxn id="40" idx="1"/>
          </p:cNvCxnSpPr>
          <p:nvPr/>
        </p:nvCxnSpPr>
        <p:spPr>
          <a:xfrm rot="10800000" flipV="1">
            <a:off x="5119483" y="3127356"/>
            <a:ext cx="12700" cy="2459895"/>
          </a:xfrm>
          <a:prstGeom prst="bentConnector3">
            <a:avLst>
              <a:gd name="adj1" fmla="val 2608363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4595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画面イメージ（スマホ）</a:t>
            </a:r>
            <a:endParaRPr kumimoji="1" lang="ja-JP" altLang="en-US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7532" y="1800630"/>
            <a:ext cx="2171581" cy="4415545"/>
          </a:xfrm>
          <a:prstGeom prst="rect">
            <a:avLst/>
          </a:prstGeom>
        </p:spPr>
      </p:pic>
      <p:sp>
        <p:nvSpPr>
          <p:cNvPr id="5" name="正方形/長方形 4"/>
          <p:cNvSpPr/>
          <p:nvPr/>
        </p:nvSpPr>
        <p:spPr>
          <a:xfrm>
            <a:off x="3929723" y="2330332"/>
            <a:ext cx="1928553" cy="33583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角丸四角形 5"/>
          <p:cNvSpPr/>
          <p:nvPr/>
        </p:nvSpPr>
        <p:spPr>
          <a:xfrm>
            <a:off x="3989706" y="2895597"/>
            <a:ext cx="1810384" cy="5403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①</a:t>
            </a:r>
            <a:endParaRPr kumimoji="1" lang="ja-JP" altLang="en-US" dirty="0"/>
          </a:p>
        </p:txBody>
      </p:sp>
      <p:sp>
        <p:nvSpPr>
          <p:cNvPr id="7" name="角丸四角形 6"/>
          <p:cNvSpPr/>
          <p:nvPr/>
        </p:nvSpPr>
        <p:spPr>
          <a:xfrm>
            <a:off x="3989706" y="3605233"/>
            <a:ext cx="1810384" cy="540328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②</a:t>
            </a:r>
            <a:endParaRPr kumimoji="1" lang="ja-JP" altLang="en-US" dirty="0"/>
          </a:p>
        </p:txBody>
      </p:sp>
      <p:sp>
        <p:nvSpPr>
          <p:cNvPr id="8" name="角丸四角形 7"/>
          <p:cNvSpPr/>
          <p:nvPr/>
        </p:nvSpPr>
        <p:spPr>
          <a:xfrm>
            <a:off x="3989706" y="4314869"/>
            <a:ext cx="1810384" cy="540328"/>
          </a:xfrm>
          <a:prstGeom prst="roundRect">
            <a:avLst/>
          </a:prstGeom>
          <a:solidFill>
            <a:srgbClr val="00B050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③</a:t>
            </a:r>
            <a:endParaRPr kumimoji="1" lang="ja-JP" altLang="en-US" dirty="0"/>
          </a:p>
        </p:txBody>
      </p:sp>
      <p:sp>
        <p:nvSpPr>
          <p:cNvPr id="9" name="角丸四角形 8"/>
          <p:cNvSpPr/>
          <p:nvPr/>
        </p:nvSpPr>
        <p:spPr>
          <a:xfrm>
            <a:off x="3989706" y="5024505"/>
            <a:ext cx="1810384" cy="54032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④</a:t>
            </a:r>
            <a:endParaRPr kumimoji="1" lang="ja-JP" altLang="en-US" dirty="0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396201" y="2441611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答えは？</a:t>
            </a:r>
            <a:endParaRPr kumimoji="1" lang="ja-JP" altLang="en-US" dirty="0"/>
          </a:p>
        </p:txBody>
      </p:sp>
      <p:pic>
        <p:nvPicPr>
          <p:cNvPr id="20" name="図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628" y="1800631"/>
            <a:ext cx="2171581" cy="4415545"/>
          </a:xfrm>
          <a:prstGeom prst="rect">
            <a:avLst/>
          </a:prstGeom>
        </p:spPr>
      </p:pic>
      <p:sp>
        <p:nvSpPr>
          <p:cNvPr id="21" name="正方形/長方形 20"/>
          <p:cNvSpPr/>
          <p:nvPr/>
        </p:nvSpPr>
        <p:spPr>
          <a:xfrm>
            <a:off x="6758819" y="2330333"/>
            <a:ext cx="1928553" cy="33583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7043004" y="367786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 smtClean="0"/>
              <a:t>回答完了！</a:t>
            </a:r>
            <a:endParaRPr kumimoji="1" lang="ja-JP" altLang="en-US" dirty="0"/>
          </a:p>
        </p:txBody>
      </p:sp>
      <p:pic>
        <p:nvPicPr>
          <p:cNvPr id="27" name="図 2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9223" y="1800631"/>
            <a:ext cx="2171581" cy="4415545"/>
          </a:xfrm>
          <a:prstGeom prst="rect">
            <a:avLst/>
          </a:prstGeom>
        </p:spPr>
      </p:pic>
      <p:sp>
        <p:nvSpPr>
          <p:cNvPr id="28" name="正方形/長方形 27"/>
          <p:cNvSpPr/>
          <p:nvPr/>
        </p:nvSpPr>
        <p:spPr>
          <a:xfrm>
            <a:off x="9521414" y="2330333"/>
            <a:ext cx="1928553" cy="33583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9622717" y="3677863"/>
            <a:ext cx="1752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 smtClean="0"/>
              <a:t>回答送信失敗</a:t>
            </a:r>
            <a:r>
              <a:rPr lang="en-US" altLang="ja-JP" dirty="0" smtClean="0"/>
              <a:t>…</a:t>
            </a:r>
          </a:p>
          <a:p>
            <a:pPr algn="ctr"/>
            <a:r>
              <a:rPr kumimoji="1" lang="ja-JP" altLang="en-US" sz="1400" dirty="0" smtClean="0"/>
              <a:t>もう一度回答ください</a:t>
            </a:r>
            <a:endParaRPr kumimoji="1" lang="ja-JP" altLang="en-US" sz="1400" dirty="0"/>
          </a:p>
        </p:txBody>
      </p:sp>
      <p:pic>
        <p:nvPicPr>
          <p:cNvPr id="30" name="図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591" y="1800630"/>
            <a:ext cx="2171581" cy="4415545"/>
          </a:xfrm>
          <a:prstGeom prst="rect">
            <a:avLst/>
          </a:prstGeom>
        </p:spPr>
      </p:pic>
      <p:sp>
        <p:nvSpPr>
          <p:cNvPr id="31" name="正方形/長方形 30"/>
          <p:cNvSpPr/>
          <p:nvPr/>
        </p:nvSpPr>
        <p:spPr>
          <a:xfrm>
            <a:off x="1037782" y="2330332"/>
            <a:ext cx="1928553" cy="33583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994005" y="2693355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名前を入力ください</a:t>
            </a:r>
            <a:endParaRPr kumimoji="1" lang="ja-JP" altLang="en-US" dirty="0"/>
          </a:p>
        </p:txBody>
      </p:sp>
      <p:sp>
        <p:nvSpPr>
          <p:cNvPr id="33" name="正方形/長方形 32"/>
          <p:cNvSpPr/>
          <p:nvPr/>
        </p:nvSpPr>
        <p:spPr>
          <a:xfrm>
            <a:off x="1654233" y="3527882"/>
            <a:ext cx="1047403" cy="2660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1053308" y="343592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名前</a:t>
            </a:r>
            <a:endParaRPr kumimoji="1" lang="ja-JP" altLang="en-US" dirty="0"/>
          </a:p>
        </p:txBody>
      </p:sp>
      <p:sp>
        <p:nvSpPr>
          <p:cNvPr id="35" name="角丸四角形 34"/>
          <p:cNvSpPr/>
          <p:nvPr/>
        </p:nvSpPr>
        <p:spPr>
          <a:xfrm>
            <a:off x="1451147" y="4290045"/>
            <a:ext cx="1143314" cy="2506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 smtClean="0">
                <a:solidFill>
                  <a:schemeClr val="tx1"/>
                </a:solidFill>
              </a:rPr>
              <a:t>ゲームスタート</a:t>
            </a:r>
            <a:endParaRPr kumimoji="1" lang="ja-JP" altLang="en-US" sz="1100" dirty="0">
              <a:solidFill>
                <a:schemeClr val="tx1"/>
              </a:solidFill>
            </a:endParaRPr>
          </a:p>
        </p:txBody>
      </p:sp>
      <p:sp>
        <p:nvSpPr>
          <p:cNvPr id="36" name="角丸四角形 35"/>
          <p:cNvSpPr/>
          <p:nvPr/>
        </p:nvSpPr>
        <p:spPr>
          <a:xfrm>
            <a:off x="9699576" y="4410674"/>
            <a:ext cx="1550873" cy="2314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 smtClean="0">
                <a:solidFill>
                  <a:schemeClr val="tx1"/>
                </a:solidFill>
              </a:rPr>
              <a:t>ゲームスタートへ戻る</a:t>
            </a:r>
            <a:endParaRPr kumimoji="1" lang="ja-JP" altLang="en-US" sz="1100" dirty="0">
              <a:solidFill>
                <a:schemeClr val="tx1"/>
              </a:solidFill>
            </a:endParaRPr>
          </a:p>
        </p:txBody>
      </p:sp>
      <p:sp>
        <p:nvSpPr>
          <p:cNvPr id="37" name="角丸四角形 36"/>
          <p:cNvSpPr/>
          <p:nvPr/>
        </p:nvSpPr>
        <p:spPr>
          <a:xfrm>
            <a:off x="6903731" y="4353604"/>
            <a:ext cx="1550873" cy="2314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 smtClean="0">
                <a:solidFill>
                  <a:schemeClr val="tx1"/>
                </a:solidFill>
              </a:rPr>
              <a:t>回答画面へ戻る</a:t>
            </a:r>
            <a:endParaRPr kumimoji="1" lang="ja-JP" altLang="en-US" sz="1100" dirty="0">
              <a:solidFill>
                <a:schemeClr val="tx1"/>
              </a:solidFill>
            </a:endParaRPr>
          </a:p>
        </p:txBody>
      </p:sp>
      <p:cxnSp>
        <p:nvCxnSpPr>
          <p:cNvPr id="24" name="直線コネクタ 23"/>
          <p:cNvCxnSpPr/>
          <p:nvPr/>
        </p:nvCxnSpPr>
        <p:spPr>
          <a:xfrm>
            <a:off x="6102349" y="2484104"/>
            <a:ext cx="6351" cy="1603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4231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</a:t>
            </a:r>
            <a:r>
              <a:rPr kumimoji="1" lang="en-US" altLang="ja-JP" dirty="0" smtClean="0"/>
              <a:t>4</a:t>
            </a:r>
            <a:r>
              <a:rPr kumimoji="1" lang="ja-JP" altLang="en-US" dirty="0" smtClean="0"/>
              <a:t>択画面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676717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</a:t>
            </a:r>
            <a:r>
              <a:rPr kumimoji="1" lang="en-US" altLang="ja-JP" dirty="0" smtClean="0"/>
              <a:t>4</a:t>
            </a:r>
            <a:r>
              <a:rPr kumimoji="1" lang="ja-JP" altLang="en-US" dirty="0" smtClean="0"/>
              <a:t>択画面　答え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7130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ランキング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476" y="1880659"/>
            <a:ext cx="7619047" cy="4241270"/>
          </a:xfrm>
        </p:spPr>
      </p:pic>
    </p:spTree>
    <p:extLst>
      <p:ext uri="{BB962C8B-B14F-4D97-AF65-F5344CB8AC3E}">
        <p14:creationId xmlns:p14="http://schemas.microsoft.com/office/powerpoint/2010/main" val="1961341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メモ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将来的</a:t>
            </a:r>
            <a:r>
              <a:rPr lang="ja-JP" altLang="en-US" dirty="0"/>
              <a:t>には管理画面を作成する</a:t>
            </a:r>
            <a:endParaRPr lang="en-US" altLang="ja-JP" dirty="0"/>
          </a:p>
          <a:p>
            <a:r>
              <a:rPr lang="en-US" altLang="ja-JP" dirty="0"/>
              <a:t>10</a:t>
            </a:r>
            <a:r>
              <a:rPr lang="ja-JP" altLang="en-US" dirty="0"/>
              <a:t>問出したら</a:t>
            </a:r>
            <a:r>
              <a:rPr lang="en-US" altLang="ja-JP" dirty="0"/>
              <a:t>10</a:t>
            </a:r>
            <a:r>
              <a:rPr lang="ja-JP" altLang="en-US" dirty="0"/>
              <a:t>問合計のチャンピオンを</a:t>
            </a:r>
            <a:r>
              <a:rPr lang="ja-JP" altLang="en-US" dirty="0" smtClean="0"/>
              <a:t>出す</a:t>
            </a:r>
            <a:endParaRPr lang="en-US" altLang="ja-JP" dirty="0" smtClean="0"/>
          </a:p>
          <a:p>
            <a:r>
              <a:rPr lang="ja-JP" altLang="en-US" dirty="0" smtClean="0"/>
              <a:t>ユーザ</a:t>
            </a:r>
            <a:r>
              <a:rPr lang="en-US" altLang="ja-JP" dirty="0"/>
              <a:t>ID</a:t>
            </a:r>
            <a:r>
              <a:rPr lang="ja-JP" altLang="en-US" dirty="0"/>
              <a:t>いる？</a:t>
            </a:r>
            <a:endParaRPr lang="en-US" altLang="ja-JP" dirty="0"/>
          </a:p>
          <a:p>
            <a:r>
              <a:rPr lang="ja-JP" altLang="en-US" dirty="0"/>
              <a:t>グループ</a:t>
            </a:r>
            <a:r>
              <a:rPr lang="en-US" altLang="ja-JP" dirty="0"/>
              <a:t>ID</a:t>
            </a:r>
          </a:p>
          <a:p>
            <a:endParaRPr lang="ja-JP" altLang="en-US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56784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201</Words>
  <Application>Microsoft Office PowerPoint</Application>
  <PresentationFormat>ワイド画面</PresentationFormat>
  <Paragraphs>71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ＭＳ Ｐゴシック</vt:lpstr>
      <vt:lpstr>Arial</vt:lpstr>
      <vt:lpstr>Calibri</vt:lpstr>
      <vt:lpstr>Calibri Light</vt:lpstr>
      <vt:lpstr>Office テーマ</vt:lpstr>
      <vt:lpstr>SmaQ</vt:lpstr>
      <vt:lpstr>作らないといけないもの</vt:lpstr>
      <vt:lpstr>利用イメージ</vt:lpstr>
      <vt:lpstr>画面遷移図（イベント時/PC側）</vt:lpstr>
      <vt:lpstr>画面遷移図（イベント時/PC側-詳細）</vt:lpstr>
      <vt:lpstr>画面遷移図（イベント時/スマホ側）</vt:lpstr>
      <vt:lpstr>画面遷移図（準備時）</vt:lpstr>
      <vt:lpstr>画面イメージ（スマホ）</vt:lpstr>
      <vt:lpstr>画面イメージ　4択画面</vt:lpstr>
      <vt:lpstr>画面イメージ　4択画面　答え</vt:lpstr>
      <vt:lpstr>画面イメージ　ランキング</vt:lpstr>
      <vt:lpstr>メモ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kent kojima</dc:creator>
  <cp:lastModifiedBy>kent kojima</cp:lastModifiedBy>
  <cp:revision>20</cp:revision>
  <dcterms:created xsi:type="dcterms:W3CDTF">2015-09-05T13:16:00Z</dcterms:created>
  <dcterms:modified xsi:type="dcterms:W3CDTF">2015-09-19T09:04:53Z</dcterms:modified>
</cp:coreProperties>
</file>