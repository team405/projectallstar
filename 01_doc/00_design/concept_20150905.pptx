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4" r:id="rId6"/>
    <p:sldId id="259" r:id="rId7"/>
    <p:sldId id="261" r:id="rId8"/>
    <p:sldId id="260" r:id="rId9"/>
    <p:sldId id="266" r:id="rId10"/>
    <p:sldId id="263" r:id="rId11"/>
    <p:sldId id="265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812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9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2434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76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90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63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11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0968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7525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17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987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906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6489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作らないといけないもの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dirty="0" smtClean="0"/>
              <a:t>・メイン</a:t>
            </a:r>
            <a:br>
              <a:rPr lang="ja-JP" altLang="en-US" dirty="0" smtClean="0"/>
            </a:br>
            <a:r>
              <a:rPr lang="ja-JP" altLang="en-US" dirty="0" smtClean="0"/>
              <a:t>◆端末用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…HTML5/JS/CSS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サーバ</a:t>
            </a:r>
            <a:br>
              <a:rPr lang="ja-JP" altLang="en-US" dirty="0" smtClean="0"/>
            </a:br>
            <a:r>
              <a:rPr lang="en-US" altLang="ja-JP" dirty="0" smtClean="0"/>
              <a:t>…PHP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</a:t>
            </a:r>
            <a:br>
              <a:rPr lang="en-US" altLang="ja-JP" dirty="0" smtClean="0"/>
            </a:br>
            <a:r>
              <a:rPr lang="ja-JP" altLang="en-US" dirty="0" smtClean="0"/>
              <a:t>動画、画像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・使う技術</a:t>
            </a:r>
            <a:br>
              <a:rPr lang="ja-JP" altLang="en-US" dirty="0" smtClean="0"/>
            </a:br>
            <a:r>
              <a:rPr lang="ja-JP" altLang="en-US" dirty="0" smtClean="0"/>
              <a:t>◆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◆表示用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ja-JP" altLang="en-US" dirty="0" smtClean="0"/>
              <a:t>画像動画</a:t>
            </a:r>
            <a:r>
              <a:rPr lang="en-US" altLang="ja-JP" dirty="0" smtClean="0"/>
              <a:t>…HTML5</a:t>
            </a:r>
            <a:r>
              <a:rPr lang="ja-JP" altLang="en-US" dirty="0" smtClean="0"/>
              <a:t>のタグを使ってあらかじめサーバに配置した動画像を読み込む</a:t>
            </a:r>
            <a:br>
              <a:rPr lang="ja-JP" altLang="en-US" dirty="0" smtClean="0"/>
            </a:br>
            <a:r>
              <a:rPr lang="ja-JP" altLang="en-US" dirty="0" smtClean="0"/>
              <a:t>画面遷移</a:t>
            </a:r>
            <a:r>
              <a:rPr lang="en-US" altLang="ja-JP" dirty="0" smtClean="0"/>
              <a:t>…HTML/5</a:t>
            </a:r>
            <a:r>
              <a:rPr lang="ja-JP" altLang="en-US" dirty="0" err="1" smtClean="0"/>
              <a:t>、</a:t>
            </a:r>
            <a:r>
              <a:rPr lang="en-US" altLang="ja-JP" dirty="0" err="1" smtClean="0"/>
              <a:t>Javascript</a:t>
            </a:r>
            <a:r>
              <a:rPr lang="ja-JP" altLang="en-US" dirty="0" smtClean="0"/>
              <a:t>の</a:t>
            </a:r>
            <a:r>
              <a:rPr lang="en-US" altLang="ja-JP" dirty="0" smtClean="0"/>
              <a:t>display</a:t>
            </a:r>
            <a:r>
              <a:rPr lang="ja-JP" altLang="en-US" dirty="0" smtClean="0"/>
              <a:t>属性で</a:t>
            </a:r>
            <a:br>
              <a:rPr lang="ja-JP" altLang="en-US" dirty="0" smtClean="0"/>
            </a:br>
            <a:r>
              <a:rPr lang="en-US" altLang="ja-JP" dirty="0" smtClean="0"/>
              <a:t>UI</a:t>
            </a:r>
            <a:r>
              <a:rPr lang="ja-JP" altLang="en-US" dirty="0" smtClean="0"/>
              <a:t>など</a:t>
            </a:r>
            <a:r>
              <a:rPr lang="en-US" altLang="ja-JP" dirty="0" smtClean="0"/>
              <a:t>…jQuery</a:t>
            </a:r>
          </a:p>
          <a:p>
            <a:r>
              <a:rPr lang="ja-JP" altLang="en-US" dirty="0" smtClean="0"/>
              <a:t>サーバとの通信</a:t>
            </a:r>
            <a:r>
              <a:rPr lang="en-US" altLang="ja-JP" dirty="0" smtClean="0"/>
              <a:t>…JSON/jQuery</a:t>
            </a:r>
            <a:r>
              <a:rPr lang="ja-JP" altLang="en-US" dirty="0" smtClean="0"/>
              <a:t>のソケット接続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102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問題画面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/>
              <a:t>　</a:t>
            </a:r>
            <a:r>
              <a:rPr lang="en-US" altLang="ja-JP" dirty="0" smtClean="0"/>
              <a:t>-</a:t>
            </a:r>
            <a:r>
              <a:rPr lang="ja-JP" altLang="en-US" dirty="0"/>
              <a:t> </a:t>
            </a:r>
            <a:r>
              <a:rPr lang="en-US" altLang="ja-JP" dirty="0" smtClean="0"/>
              <a:t>4</a:t>
            </a:r>
            <a:r>
              <a:rPr lang="ja-JP" altLang="en-US" dirty="0" smtClean="0"/>
              <a:t>択のみ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/>
              <a:t>　</a:t>
            </a:r>
            <a:r>
              <a:rPr kumimoji="1" lang="en-US" altLang="ja-JP" dirty="0" smtClean="0"/>
              <a:t>-</a:t>
            </a:r>
            <a:r>
              <a:rPr lang="ja-JP" altLang="en-US" dirty="0"/>
              <a:t> </a:t>
            </a:r>
            <a:r>
              <a:rPr lang="en-US" altLang="ja-JP" dirty="0" smtClean="0"/>
              <a:t>4</a:t>
            </a:r>
            <a:r>
              <a:rPr lang="ja-JP" altLang="en-US" dirty="0" smtClean="0"/>
              <a:t>択画像</a:t>
            </a:r>
            <a:r>
              <a:rPr lang="en-US" altLang="ja-JP" dirty="0" smtClean="0"/>
              <a:t>or</a:t>
            </a:r>
            <a:r>
              <a:rPr lang="ja-JP" altLang="en-US" dirty="0" smtClean="0"/>
              <a:t>動画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/>
              <a:t>　</a:t>
            </a:r>
            <a:r>
              <a:rPr kumimoji="1" lang="en-US" altLang="ja-JP" dirty="0" smtClean="0"/>
              <a:t>-</a:t>
            </a:r>
            <a:r>
              <a:rPr lang="ja-JP" altLang="en-US" dirty="0"/>
              <a:t> </a:t>
            </a:r>
            <a:r>
              <a:rPr lang="ja-JP" altLang="en-US" dirty="0" smtClean="0"/>
              <a:t>並び替え</a:t>
            </a:r>
            <a:endParaRPr kumimoji="1" lang="en-US" altLang="ja-JP" dirty="0" smtClean="0"/>
          </a:p>
          <a:p>
            <a:r>
              <a:rPr lang="ja-JP" altLang="en-US" dirty="0" smtClean="0"/>
              <a:t>ランキング表示画面</a:t>
            </a:r>
            <a:endParaRPr lang="en-US" altLang="ja-JP" dirty="0" smtClean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8083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endParaRPr kumimoji="1" lang="ja-JP" altLang="en-US" dirty="0"/>
          </a:p>
        </p:txBody>
      </p:sp>
      <p:sp>
        <p:nvSpPr>
          <p:cNvPr id="6" name="角丸四角形 5"/>
          <p:cNvSpPr/>
          <p:nvPr/>
        </p:nvSpPr>
        <p:spPr>
          <a:xfrm>
            <a:off x="3208716" y="1945178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/>
              <a:t>4</a:t>
            </a:r>
            <a:r>
              <a:rPr lang="ja-JP" altLang="en-US" dirty="0"/>
              <a:t>択</a:t>
            </a:r>
            <a:endParaRPr kumimoji="1" lang="ja-JP" altLang="en-US" dirty="0"/>
          </a:p>
        </p:txBody>
      </p:sp>
      <p:cxnSp>
        <p:nvCxnSpPr>
          <p:cNvPr id="8" name="直線矢印コネクタ 7"/>
          <p:cNvCxnSpPr>
            <a:stCxn id="6" idx="3"/>
            <a:endCxn id="9" idx="1"/>
          </p:cNvCxnSpPr>
          <p:nvPr/>
        </p:nvCxnSpPr>
        <p:spPr>
          <a:xfrm>
            <a:off x="4397436" y="2277687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角丸四角形 8"/>
          <p:cNvSpPr/>
          <p:nvPr/>
        </p:nvSpPr>
        <p:spPr>
          <a:xfrm>
            <a:off x="5576457" y="1945178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/>
              <a:t>答え</a:t>
            </a:r>
            <a:endParaRPr lang="en-US" altLang="ja-JP" dirty="0" smtClean="0"/>
          </a:p>
        </p:txBody>
      </p:sp>
      <p:sp>
        <p:nvSpPr>
          <p:cNvPr id="12" name="角丸四角形 11"/>
          <p:cNvSpPr/>
          <p:nvPr/>
        </p:nvSpPr>
        <p:spPr>
          <a:xfrm>
            <a:off x="3208716" y="3141562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/>
              <a:t>4</a:t>
            </a:r>
            <a:r>
              <a:rPr lang="ja-JP" altLang="en-US" dirty="0" smtClean="0"/>
              <a:t>択画像</a:t>
            </a:r>
            <a:endParaRPr kumimoji="1" lang="ja-JP" altLang="en-US" dirty="0"/>
          </a:p>
        </p:txBody>
      </p:sp>
      <p:sp>
        <p:nvSpPr>
          <p:cNvPr id="13" name="角丸四角形 12"/>
          <p:cNvSpPr/>
          <p:nvPr/>
        </p:nvSpPr>
        <p:spPr>
          <a:xfrm>
            <a:off x="3208716" y="4337946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 smtClean="0"/>
              <a:t>4</a:t>
            </a:r>
            <a:r>
              <a:rPr lang="ja-JP" altLang="en-US" dirty="0" smtClean="0"/>
              <a:t>択映像</a:t>
            </a:r>
            <a:endParaRPr kumimoji="1" lang="ja-JP" altLang="en-US" dirty="0"/>
          </a:p>
        </p:txBody>
      </p:sp>
      <p:sp>
        <p:nvSpPr>
          <p:cNvPr id="14" name="角丸四角形 13"/>
          <p:cNvSpPr/>
          <p:nvPr/>
        </p:nvSpPr>
        <p:spPr>
          <a:xfrm>
            <a:off x="3208716" y="5534330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並び替え</a:t>
            </a:r>
            <a:endParaRPr kumimoji="1" lang="ja-JP" altLang="en-US" dirty="0"/>
          </a:p>
        </p:txBody>
      </p:sp>
      <p:sp>
        <p:nvSpPr>
          <p:cNvPr id="15" name="角丸四角形 14"/>
          <p:cNvSpPr/>
          <p:nvPr/>
        </p:nvSpPr>
        <p:spPr>
          <a:xfrm>
            <a:off x="5576457" y="3141562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答え</a:t>
            </a:r>
            <a:endParaRPr kumimoji="1" lang="ja-JP" altLang="en-US" dirty="0"/>
          </a:p>
        </p:txBody>
      </p:sp>
      <p:sp>
        <p:nvSpPr>
          <p:cNvPr id="16" name="角丸四角形 15"/>
          <p:cNvSpPr/>
          <p:nvPr/>
        </p:nvSpPr>
        <p:spPr>
          <a:xfrm>
            <a:off x="5576457" y="4337946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答え</a:t>
            </a:r>
            <a:endParaRPr kumimoji="1" lang="ja-JP" altLang="en-US" dirty="0"/>
          </a:p>
        </p:txBody>
      </p:sp>
      <p:sp>
        <p:nvSpPr>
          <p:cNvPr id="17" name="角丸四角形 16"/>
          <p:cNvSpPr/>
          <p:nvPr/>
        </p:nvSpPr>
        <p:spPr>
          <a:xfrm>
            <a:off x="5576457" y="5534330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答え</a:t>
            </a:r>
            <a:endParaRPr kumimoji="1" lang="ja-JP" altLang="en-US" dirty="0"/>
          </a:p>
        </p:txBody>
      </p:sp>
      <p:cxnSp>
        <p:nvCxnSpPr>
          <p:cNvPr id="18" name="直線矢印コネクタ 17"/>
          <p:cNvCxnSpPr>
            <a:stCxn id="12" idx="3"/>
            <a:endCxn id="15" idx="1"/>
          </p:cNvCxnSpPr>
          <p:nvPr/>
        </p:nvCxnSpPr>
        <p:spPr>
          <a:xfrm>
            <a:off x="4397436" y="3474071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/>
          <p:cNvCxnSpPr>
            <a:stCxn id="13" idx="3"/>
            <a:endCxn id="16" idx="1"/>
          </p:cNvCxnSpPr>
          <p:nvPr/>
        </p:nvCxnSpPr>
        <p:spPr>
          <a:xfrm>
            <a:off x="4397436" y="4670455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14" idx="3"/>
            <a:endCxn id="17" idx="1"/>
          </p:cNvCxnSpPr>
          <p:nvPr/>
        </p:nvCxnSpPr>
        <p:spPr>
          <a:xfrm>
            <a:off x="4397436" y="5866839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角丸四角形 26"/>
          <p:cNvSpPr/>
          <p:nvPr/>
        </p:nvSpPr>
        <p:spPr>
          <a:xfrm>
            <a:off x="7944198" y="1945178"/>
            <a:ext cx="1188720" cy="42541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/>
              <a:t>ランキング</a:t>
            </a:r>
            <a:endParaRPr lang="en-US" altLang="ja-JP" dirty="0" smtClean="0"/>
          </a:p>
        </p:txBody>
      </p:sp>
      <p:cxnSp>
        <p:nvCxnSpPr>
          <p:cNvPr id="28" name="直線矢印コネクタ 27"/>
          <p:cNvCxnSpPr>
            <a:stCxn id="9" idx="3"/>
            <a:endCxn id="27" idx="1"/>
          </p:cNvCxnSpPr>
          <p:nvPr/>
        </p:nvCxnSpPr>
        <p:spPr>
          <a:xfrm>
            <a:off x="6765177" y="2277687"/>
            <a:ext cx="1179021" cy="1794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/>
          <p:cNvCxnSpPr>
            <a:stCxn id="15" idx="3"/>
            <a:endCxn id="27" idx="1"/>
          </p:cNvCxnSpPr>
          <p:nvPr/>
        </p:nvCxnSpPr>
        <p:spPr>
          <a:xfrm>
            <a:off x="6765177" y="3474071"/>
            <a:ext cx="1179021" cy="598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/>
          <p:cNvCxnSpPr>
            <a:stCxn id="16" idx="3"/>
            <a:endCxn id="27" idx="1"/>
          </p:cNvCxnSpPr>
          <p:nvPr/>
        </p:nvCxnSpPr>
        <p:spPr>
          <a:xfrm flipV="1">
            <a:off x="6765177" y="4072263"/>
            <a:ext cx="1179021" cy="598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/>
          <p:cNvCxnSpPr>
            <a:stCxn id="17" idx="3"/>
            <a:endCxn id="27" idx="1"/>
          </p:cNvCxnSpPr>
          <p:nvPr/>
        </p:nvCxnSpPr>
        <p:spPr>
          <a:xfrm flipV="1">
            <a:off x="6765177" y="4072263"/>
            <a:ext cx="1179021" cy="1794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669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将来的には管理画面を作成する</a:t>
            </a:r>
            <a:endParaRPr kumimoji="1" lang="en-US" altLang="ja-JP" dirty="0" smtClean="0"/>
          </a:p>
          <a:p>
            <a:r>
              <a:rPr lang="en-US" altLang="ja-JP" dirty="0"/>
              <a:t>10</a:t>
            </a:r>
            <a:r>
              <a:rPr lang="ja-JP" altLang="en-US" dirty="0" smtClean="0"/>
              <a:t>問</a:t>
            </a:r>
            <a:r>
              <a:rPr lang="ja-JP" altLang="en-US" dirty="0"/>
              <a:t>出</a:t>
            </a:r>
            <a:r>
              <a:rPr lang="ja-JP" altLang="en-US" dirty="0" smtClean="0"/>
              <a:t>したら</a:t>
            </a:r>
            <a:r>
              <a:rPr lang="en-US" altLang="ja-JP" dirty="0" smtClean="0"/>
              <a:t>10</a:t>
            </a:r>
            <a:r>
              <a:rPr lang="ja-JP" altLang="en-US" dirty="0" smtClean="0"/>
              <a:t>問合計</a:t>
            </a:r>
            <a:r>
              <a:rPr lang="ja-JP" altLang="en-US" smtClean="0"/>
              <a:t>のチャンピオンを出す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3981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76717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　答え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7130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ランキング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476" y="1880659"/>
            <a:ext cx="7619047" cy="4241270"/>
          </a:xfrm>
        </p:spPr>
      </p:pic>
    </p:spTree>
    <p:extLst>
      <p:ext uri="{BB962C8B-B14F-4D97-AF65-F5344CB8AC3E}">
        <p14:creationId xmlns:p14="http://schemas.microsoft.com/office/powerpoint/2010/main" val="1961341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画面</a:t>
            </a:r>
            <a:r>
              <a:rPr kumimoji="1" lang="ja-JP" altLang="en-US" dirty="0" smtClean="0"/>
              <a:t>イメージ　端末</a:t>
            </a:r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7532" y="1800630"/>
            <a:ext cx="2171581" cy="4415545"/>
          </a:xfrm>
          <a:prstGeom prst="rect">
            <a:avLst/>
          </a:prstGeom>
        </p:spPr>
      </p:pic>
      <p:sp>
        <p:nvSpPr>
          <p:cNvPr id="5" name="正方形/長方形 4"/>
          <p:cNvSpPr/>
          <p:nvPr/>
        </p:nvSpPr>
        <p:spPr>
          <a:xfrm>
            <a:off x="3929723" y="2330332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角丸四角形 5"/>
          <p:cNvSpPr/>
          <p:nvPr/>
        </p:nvSpPr>
        <p:spPr>
          <a:xfrm>
            <a:off x="3989706" y="2895597"/>
            <a:ext cx="1810384" cy="5403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①</a:t>
            </a:r>
            <a:endParaRPr kumimoji="1" lang="ja-JP" altLang="en-US" dirty="0"/>
          </a:p>
        </p:txBody>
      </p:sp>
      <p:sp>
        <p:nvSpPr>
          <p:cNvPr id="7" name="角丸四角形 6"/>
          <p:cNvSpPr/>
          <p:nvPr/>
        </p:nvSpPr>
        <p:spPr>
          <a:xfrm>
            <a:off x="3989706" y="3605233"/>
            <a:ext cx="1810384" cy="540328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②</a:t>
            </a:r>
            <a:endParaRPr kumimoji="1" lang="ja-JP" altLang="en-US" dirty="0"/>
          </a:p>
        </p:txBody>
      </p:sp>
      <p:sp>
        <p:nvSpPr>
          <p:cNvPr id="8" name="角丸四角形 7"/>
          <p:cNvSpPr/>
          <p:nvPr/>
        </p:nvSpPr>
        <p:spPr>
          <a:xfrm>
            <a:off x="3989706" y="4314869"/>
            <a:ext cx="1810384" cy="540328"/>
          </a:xfrm>
          <a:prstGeom prst="roundRect">
            <a:avLst/>
          </a:prstGeom>
          <a:solidFill>
            <a:srgbClr val="00B050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③</a:t>
            </a:r>
            <a:endParaRPr kumimoji="1" lang="ja-JP" altLang="en-US" dirty="0"/>
          </a:p>
        </p:txBody>
      </p:sp>
      <p:sp>
        <p:nvSpPr>
          <p:cNvPr id="9" name="角丸四角形 8"/>
          <p:cNvSpPr/>
          <p:nvPr/>
        </p:nvSpPr>
        <p:spPr>
          <a:xfrm>
            <a:off x="3989706" y="5024505"/>
            <a:ext cx="1810384" cy="54032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④</a:t>
            </a:r>
            <a:endParaRPr kumimoji="1" lang="ja-JP" altLang="en-US" dirty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396201" y="2441611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答えは？</a:t>
            </a:r>
            <a:endParaRPr kumimoji="1" lang="ja-JP" altLang="en-US" dirty="0"/>
          </a:p>
        </p:txBody>
      </p:sp>
      <p:pic>
        <p:nvPicPr>
          <p:cNvPr id="20" name="図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628" y="1800631"/>
            <a:ext cx="2171581" cy="4415545"/>
          </a:xfrm>
          <a:prstGeom prst="rect">
            <a:avLst/>
          </a:prstGeom>
        </p:spPr>
      </p:pic>
      <p:sp>
        <p:nvSpPr>
          <p:cNvPr id="21" name="正方形/長方形 20"/>
          <p:cNvSpPr/>
          <p:nvPr/>
        </p:nvSpPr>
        <p:spPr>
          <a:xfrm>
            <a:off x="6758819" y="2330333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7043004" y="367786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 smtClean="0"/>
              <a:t>回答完了！</a:t>
            </a:r>
            <a:endParaRPr kumimoji="1" lang="ja-JP" altLang="en-US" dirty="0"/>
          </a:p>
        </p:txBody>
      </p:sp>
      <p:pic>
        <p:nvPicPr>
          <p:cNvPr id="27" name="図 2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9223" y="1800631"/>
            <a:ext cx="2171581" cy="4415545"/>
          </a:xfrm>
          <a:prstGeom prst="rect">
            <a:avLst/>
          </a:prstGeom>
        </p:spPr>
      </p:pic>
      <p:sp>
        <p:nvSpPr>
          <p:cNvPr id="28" name="正方形/長方形 27"/>
          <p:cNvSpPr/>
          <p:nvPr/>
        </p:nvSpPr>
        <p:spPr>
          <a:xfrm>
            <a:off x="9521414" y="2330333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9622717" y="3677863"/>
            <a:ext cx="1752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 smtClean="0"/>
              <a:t>回答送信失敗</a:t>
            </a:r>
            <a:r>
              <a:rPr lang="en-US" altLang="ja-JP" dirty="0" smtClean="0"/>
              <a:t>…</a:t>
            </a:r>
          </a:p>
          <a:p>
            <a:pPr algn="ctr"/>
            <a:r>
              <a:rPr kumimoji="1" lang="ja-JP" altLang="en-US" sz="1400" dirty="0" smtClean="0"/>
              <a:t>もう一度回答ください</a:t>
            </a:r>
            <a:endParaRPr kumimoji="1" lang="ja-JP" altLang="en-US" sz="1400" dirty="0"/>
          </a:p>
        </p:txBody>
      </p: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591" y="1800630"/>
            <a:ext cx="2171581" cy="4415545"/>
          </a:xfrm>
          <a:prstGeom prst="rect">
            <a:avLst/>
          </a:prstGeom>
        </p:spPr>
      </p:pic>
      <p:sp>
        <p:nvSpPr>
          <p:cNvPr id="31" name="正方形/長方形 30"/>
          <p:cNvSpPr/>
          <p:nvPr/>
        </p:nvSpPr>
        <p:spPr>
          <a:xfrm>
            <a:off x="1037782" y="2330332"/>
            <a:ext cx="1928553" cy="33583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994005" y="2693355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名前を入力ください</a:t>
            </a:r>
            <a:endParaRPr kumimoji="1" lang="ja-JP" altLang="en-US" dirty="0"/>
          </a:p>
        </p:txBody>
      </p:sp>
      <p:sp>
        <p:nvSpPr>
          <p:cNvPr id="33" name="正方形/長方形 32"/>
          <p:cNvSpPr/>
          <p:nvPr/>
        </p:nvSpPr>
        <p:spPr>
          <a:xfrm>
            <a:off x="1654233" y="3527882"/>
            <a:ext cx="1047403" cy="2660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1053308" y="343592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</a:t>
            </a:r>
            <a:endParaRPr kumimoji="1" lang="ja-JP" altLang="en-US" dirty="0"/>
          </a:p>
        </p:txBody>
      </p:sp>
      <p:sp>
        <p:nvSpPr>
          <p:cNvPr id="35" name="角丸四角形 34"/>
          <p:cNvSpPr/>
          <p:nvPr/>
        </p:nvSpPr>
        <p:spPr>
          <a:xfrm>
            <a:off x="1451147" y="4290045"/>
            <a:ext cx="1143314" cy="2506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ゲームスタート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36" name="角丸四角形 35"/>
          <p:cNvSpPr/>
          <p:nvPr/>
        </p:nvSpPr>
        <p:spPr>
          <a:xfrm>
            <a:off x="9699576" y="4410674"/>
            <a:ext cx="1550873" cy="2314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ゲームスタートへ戻る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37" name="角丸四角形 36"/>
          <p:cNvSpPr/>
          <p:nvPr/>
        </p:nvSpPr>
        <p:spPr>
          <a:xfrm>
            <a:off x="6903731" y="4353604"/>
            <a:ext cx="1550873" cy="2314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 smtClean="0">
                <a:solidFill>
                  <a:schemeClr val="tx1"/>
                </a:solidFill>
              </a:rPr>
              <a:t>回答画面へ戻る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423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 smtClean="0"/>
              <a:t>ユーザ</a:t>
            </a:r>
            <a:r>
              <a:rPr kumimoji="1" lang="en-US" altLang="ja-JP" dirty="0" smtClean="0"/>
              <a:t>ID</a:t>
            </a:r>
            <a:r>
              <a:rPr kumimoji="1" lang="ja-JP" altLang="en-US" dirty="0" smtClean="0"/>
              <a:t>いる？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グループ</a:t>
            </a:r>
            <a:r>
              <a:rPr lang="en-US" altLang="ja-JP" dirty="0" smtClean="0"/>
              <a:t>ID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6784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利用イメージ</a:t>
            </a:r>
            <a:endParaRPr kumimoji="1" lang="ja-JP" altLang="en-US" dirty="0"/>
          </a:p>
        </p:txBody>
      </p:sp>
      <p:cxnSp>
        <p:nvCxnSpPr>
          <p:cNvPr id="7" name="直線矢印コネクタ 6"/>
          <p:cNvCxnSpPr/>
          <p:nvPr/>
        </p:nvCxnSpPr>
        <p:spPr>
          <a:xfrm flipV="1">
            <a:off x="2310938" y="5378335"/>
            <a:ext cx="6891251" cy="8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811" y="1864446"/>
            <a:ext cx="2240673" cy="2201286"/>
          </a:xfrm>
          <a:prstGeom prst="rect">
            <a:avLst/>
          </a:prstGeom>
        </p:spPr>
      </p:pic>
      <p:cxnSp>
        <p:nvCxnSpPr>
          <p:cNvPr id="13" name="直線矢印コネクタ 12"/>
          <p:cNvCxnSpPr>
            <a:stCxn id="11" idx="1"/>
          </p:cNvCxnSpPr>
          <p:nvPr/>
        </p:nvCxnSpPr>
        <p:spPr>
          <a:xfrm flipH="1">
            <a:off x="1974932" y="2965089"/>
            <a:ext cx="2043879" cy="1199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図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1209" y="4239912"/>
            <a:ext cx="1171264" cy="1670438"/>
          </a:xfrm>
          <a:prstGeom prst="rect">
            <a:avLst/>
          </a:prstGeom>
        </p:spPr>
      </p:pic>
      <p:cxnSp>
        <p:nvCxnSpPr>
          <p:cNvPr id="18" name="直線矢印コネクタ 17"/>
          <p:cNvCxnSpPr>
            <a:endCxn id="11" idx="3"/>
          </p:cNvCxnSpPr>
          <p:nvPr/>
        </p:nvCxnSpPr>
        <p:spPr>
          <a:xfrm flipH="1" flipV="1">
            <a:off x="6259484" y="2965089"/>
            <a:ext cx="3233651" cy="1274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図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6" y="4048295"/>
            <a:ext cx="493242" cy="1451379"/>
          </a:xfrm>
          <a:prstGeom prst="rect">
            <a:avLst/>
          </a:prstGeom>
        </p:spPr>
      </p:pic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43" y="5262916"/>
            <a:ext cx="503446" cy="849817"/>
          </a:xfr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9270" y="5220393"/>
            <a:ext cx="455662" cy="92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9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93</Words>
  <Application>Microsoft Office PowerPoint</Application>
  <PresentationFormat>ワイド画面</PresentationFormat>
  <Paragraphs>45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ＭＳ Ｐゴシック</vt:lpstr>
      <vt:lpstr>Arial</vt:lpstr>
      <vt:lpstr>Calibri</vt:lpstr>
      <vt:lpstr>Calibri Light</vt:lpstr>
      <vt:lpstr>Office テーマ</vt:lpstr>
      <vt:lpstr>PowerPoint プレゼンテーション</vt:lpstr>
      <vt:lpstr>作らないといけないもの</vt:lpstr>
      <vt:lpstr>画面</vt:lpstr>
      <vt:lpstr>画面遷移</vt:lpstr>
      <vt:lpstr>PowerPoint プレゼンテーション</vt:lpstr>
      <vt:lpstr>画面イメージ　4択画面</vt:lpstr>
      <vt:lpstr>画面イメージ　4択画面　答え</vt:lpstr>
      <vt:lpstr>画面イメージ　ランキング</vt:lpstr>
      <vt:lpstr>画面イメージ　端末</vt:lpstr>
      <vt:lpstr>PowerPoint プレゼンテーション</vt:lpstr>
      <vt:lpstr>利用イメージ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kent kojima</dc:creator>
  <cp:lastModifiedBy>kent kojima</cp:lastModifiedBy>
  <cp:revision>9</cp:revision>
  <dcterms:created xsi:type="dcterms:W3CDTF">2015-09-05T13:16:00Z</dcterms:created>
  <dcterms:modified xsi:type="dcterms:W3CDTF">2015-09-05T15:46:17Z</dcterms:modified>
</cp:coreProperties>
</file>