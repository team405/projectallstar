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2" r:id="rId5"/>
    <p:sldId id="264" r:id="rId6"/>
    <p:sldId id="259" r:id="rId7"/>
    <p:sldId id="261" r:id="rId8"/>
    <p:sldId id="260" r:id="rId9"/>
    <p:sldId id="263" r:id="rId10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 smtClean="0"/>
              <a:t>マスター サブタイトルの書式設定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8B294-979C-4007-A90B-7B7A18AB1291}" type="datetimeFigureOut">
              <a:rPr kumimoji="1" lang="ja-JP" altLang="en-US" smtClean="0"/>
              <a:t>2015/9/5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AFAD58-4EFA-4F22-8342-3E9567E528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308125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8B294-979C-4007-A90B-7B7A18AB1291}" type="datetimeFigureOut">
              <a:rPr kumimoji="1" lang="ja-JP" altLang="en-US" smtClean="0"/>
              <a:t>2015/9/5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AFAD58-4EFA-4F22-8342-3E9567E528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214989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8B294-979C-4007-A90B-7B7A18AB1291}" type="datetimeFigureOut">
              <a:rPr kumimoji="1" lang="ja-JP" altLang="en-US" smtClean="0"/>
              <a:t>2015/9/5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AFAD58-4EFA-4F22-8342-3E9567E528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824344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8B294-979C-4007-A90B-7B7A18AB1291}" type="datetimeFigureOut">
              <a:rPr kumimoji="1" lang="ja-JP" altLang="en-US" smtClean="0"/>
              <a:t>2015/9/5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AFAD58-4EFA-4F22-8342-3E9567E528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027688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8B294-979C-4007-A90B-7B7A18AB1291}" type="datetimeFigureOut">
              <a:rPr kumimoji="1" lang="ja-JP" altLang="en-US" smtClean="0"/>
              <a:t>2015/9/5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AFAD58-4EFA-4F22-8342-3E9567E528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690809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8B294-979C-4007-A90B-7B7A18AB1291}" type="datetimeFigureOut">
              <a:rPr kumimoji="1" lang="ja-JP" altLang="en-US" smtClean="0"/>
              <a:t>2015/9/5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AFAD58-4EFA-4F22-8342-3E9567E528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136316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8B294-979C-4007-A90B-7B7A18AB1291}" type="datetimeFigureOut">
              <a:rPr kumimoji="1" lang="ja-JP" altLang="en-US" smtClean="0"/>
              <a:t>2015/9/5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AFAD58-4EFA-4F22-8342-3E9567E528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266112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8B294-979C-4007-A90B-7B7A18AB1291}" type="datetimeFigureOut">
              <a:rPr kumimoji="1" lang="ja-JP" altLang="en-US" smtClean="0"/>
              <a:t>2015/9/5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AFAD58-4EFA-4F22-8342-3E9567E528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709684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8B294-979C-4007-A90B-7B7A18AB1291}" type="datetimeFigureOut">
              <a:rPr kumimoji="1" lang="ja-JP" altLang="en-US" smtClean="0"/>
              <a:t>2015/9/5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AFAD58-4EFA-4F22-8342-3E9567E528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475257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8B294-979C-4007-A90B-7B7A18AB1291}" type="datetimeFigureOut">
              <a:rPr kumimoji="1" lang="ja-JP" altLang="en-US" smtClean="0"/>
              <a:t>2015/9/5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AFAD58-4EFA-4F22-8342-3E9567E528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128171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8B294-979C-4007-A90B-7B7A18AB1291}" type="datetimeFigureOut">
              <a:rPr kumimoji="1" lang="ja-JP" altLang="en-US" smtClean="0"/>
              <a:t>2015/9/5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AFAD58-4EFA-4F22-8342-3E9567E528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589870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C8B294-979C-4007-A90B-7B7A18AB1291}" type="datetimeFigureOut">
              <a:rPr kumimoji="1" lang="ja-JP" altLang="en-US" smtClean="0"/>
              <a:t>2015/9/5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AFAD58-4EFA-4F22-8342-3E9567E528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919065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864893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作らないといけないもの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ja-JP" altLang="en-US" dirty="0" smtClean="0"/>
              <a:t>・メイン</a:t>
            </a:r>
            <a:br>
              <a:rPr lang="ja-JP" altLang="en-US" dirty="0" smtClean="0"/>
            </a:br>
            <a:r>
              <a:rPr lang="ja-JP" altLang="en-US" dirty="0" smtClean="0"/>
              <a:t>◆端末用</a:t>
            </a:r>
            <a:r>
              <a:rPr lang="en-US" altLang="ja-JP" dirty="0" smtClean="0"/>
              <a:t>UI</a:t>
            </a:r>
            <a:br>
              <a:rPr lang="en-US" altLang="ja-JP" dirty="0" smtClean="0"/>
            </a:br>
            <a:r>
              <a:rPr lang="en-US" altLang="ja-JP" dirty="0" smtClean="0"/>
              <a:t>…HTML5/JS/CSS</a:t>
            </a:r>
            <a:br>
              <a:rPr lang="en-US" altLang="ja-JP" dirty="0" smtClean="0"/>
            </a:br>
            <a:r>
              <a:rPr lang="en-US" altLang="ja-JP" dirty="0" smtClean="0"/>
              <a:t>◆</a:t>
            </a:r>
            <a:r>
              <a:rPr lang="ja-JP" altLang="en-US" dirty="0" smtClean="0"/>
              <a:t>サーバ</a:t>
            </a:r>
            <a:br>
              <a:rPr lang="ja-JP" altLang="en-US" dirty="0" smtClean="0"/>
            </a:br>
            <a:r>
              <a:rPr lang="en-US" altLang="ja-JP" dirty="0" smtClean="0"/>
              <a:t>…PHP</a:t>
            </a:r>
            <a:br>
              <a:rPr lang="en-US" altLang="ja-JP" dirty="0" smtClean="0"/>
            </a:br>
            <a:r>
              <a:rPr lang="en-US" altLang="ja-JP" dirty="0" smtClean="0"/>
              <a:t>◆</a:t>
            </a:r>
            <a:r>
              <a:rPr lang="ja-JP" altLang="en-US" dirty="0" smtClean="0"/>
              <a:t>表示用</a:t>
            </a:r>
            <a:r>
              <a:rPr lang="en-US" altLang="ja-JP" dirty="0" smtClean="0"/>
              <a:t>UI</a:t>
            </a:r>
            <a:br>
              <a:rPr lang="en-US" altLang="ja-JP" dirty="0" smtClean="0"/>
            </a:br>
            <a:r>
              <a:rPr lang="en-US" altLang="ja-JP" dirty="0" smtClean="0"/>
              <a:t>…HTML5</a:t>
            </a:r>
            <a:br>
              <a:rPr lang="en-US" altLang="ja-JP" dirty="0" smtClean="0"/>
            </a:br>
            <a:r>
              <a:rPr lang="ja-JP" altLang="en-US" dirty="0" smtClean="0"/>
              <a:t>動画、画像</a:t>
            </a:r>
            <a:br>
              <a:rPr lang="ja-JP" altLang="en-US" dirty="0" smtClean="0"/>
            </a:br>
            <a:r>
              <a:rPr lang="ja-JP" altLang="en-US" dirty="0" smtClean="0"/>
              <a:t/>
            </a:r>
            <a:br>
              <a:rPr lang="ja-JP" altLang="en-US" dirty="0" smtClean="0"/>
            </a:br>
            <a:r>
              <a:rPr lang="ja-JP" altLang="en-US" dirty="0" smtClean="0"/>
              <a:t/>
            </a:r>
            <a:br>
              <a:rPr lang="ja-JP" altLang="en-US" dirty="0" smtClean="0"/>
            </a:br>
            <a:r>
              <a:rPr lang="ja-JP" altLang="en-US" dirty="0" smtClean="0"/>
              <a:t>・使う技術</a:t>
            </a:r>
            <a:br>
              <a:rPr lang="ja-JP" altLang="en-US" dirty="0" smtClean="0"/>
            </a:br>
            <a:r>
              <a:rPr lang="ja-JP" altLang="en-US" dirty="0" smtClean="0"/>
              <a:t>◆</a:t>
            </a:r>
            <a:br>
              <a:rPr lang="ja-JP" altLang="en-US" dirty="0" smtClean="0"/>
            </a:br>
            <a:r>
              <a:rPr lang="ja-JP" altLang="en-US" dirty="0" smtClean="0"/>
              <a:t/>
            </a:r>
            <a:br>
              <a:rPr lang="ja-JP" altLang="en-US" dirty="0" smtClean="0"/>
            </a:br>
            <a:r>
              <a:rPr lang="ja-JP" altLang="en-US" dirty="0" smtClean="0"/>
              <a:t/>
            </a:r>
            <a:br>
              <a:rPr lang="ja-JP" altLang="en-US" dirty="0" smtClean="0"/>
            </a:br>
            <a:r>
              <a:rPr lang="ja-JP" altLang="en-US" dirty="0" smtClean="0"/>
              <a:t>◆表示用</a:t>
            </a:r>
            <a:r>
              <a:rPr lang="en-US" altLang="ja-JP" dirty="0" smtClean="0"/>
              <a:t>UI</a:t>
            </a:r>
            <a:br>
              <a:rPr lang="en-US" altLang="ja-JP" dirty="0" smtClean="0"/>
            </a:br>
            <a:r>
              <a:rPr lang="ja-JP" altLang="en-US" dirty="0" smtClean="0"/>
              <a:t>画像動画</a:t>
            </a:r>
            <a:r>
              <a:rPr lang="en-US" altLang="ja-JP" dirty="0" smtClean="0"/>
              <a:t>…HTML5</a:t>
            </a:r>
            <a:r>
              <a:rPr lang="ja-JP" altLang="en-US" dirty="0" smtClean="0"/>
              <a:t>のタグを使ってあらかじめサーバに配置した動画像を読み込む</a:t>
            </a:r>
            <a:br>
              <a:rPr lang="ja-JP" altLang="en-US" dirty="0" smtClean="0"/>
            </a:br>
            <a:r>
              <a:rPr lang="ja-JP" altLang="en-US" dirty="0" smtClean="0"/>
              <a:t>画面遷移</a:t>
            </a:r>
            <a:r>
              <a:rPr lang="en-US" altLang="ja-JP" dirty="0" smtClean="0"/>
              <a:t>…HTML/5</a:t>
            </a:r>
            <a:r>
              <a:rPr lang="ja-JP" altLang="en-US" dirty="0" err="1" smtClean="0"/>
              <a:t>、</a:t>
            </a:r>
            <a:r>
              <a:rPr lang="en-US" altLang="ja-JP" dirty="0" err="1" smtClean="0"/>
              <a:t>Javascript</a:t>
            </a:r>
            <a:r>
              <a:rPr lang="ja-JP" altLang="en-US" dirty="0" smtClean="0"/>
              <a:t>の</a:t>
            </a:r>
            <a:r>
              <a:rPr lang="en-US" altLang="ja-JP" dirty="0" smtClean="0"/>
              <a:t>display</a:t>
            </a:r>
            <a:r>
              <a:rPr lang="ja-JP" altLang="en-US" dirty="0" smtClean="0"/>
              <a:t>属性で</a:t>
            </a:r>
            <a:br>
              <a:rPr lang="ja-JP" altLang="en-US" dirty="0" smtClean="0"/>
            </a:br>
            <a:r>
              <a:rPr lang="en-US" altLang="ja-JP" dirty="0" smtClean="0"/>
              <a:t>UI</a:t>
            </a:r>
            <a:r>
              <a:rPr lang="ja-JP" altLang="en-US" dirty="0" smtClean="0"/>
              <a:t>など</a:t>
            </a:r>
            <a:r>
              <a:rPr lang="en-US" altLang="ja-JP" dirty="0" smtClean="0"/>
              <a:t>…jQuery</a:t>
            </a:r>
          </a:p>
          <a:p>
            <a:r>
              <a:rPr lang="ja-JP" altLang="en-US" dirty="0" smtClean="0"/>
              <a:t>サーバとの通信</a:t>
            </a:r>
            <a:r>
              <a:rPr lang="en-US" altLang="ja-JP" dirty="0" smtClean="0"/>
              <a:t>…JSON/jQuery</a:t>
            </a:r>
            <a:r>
              <a:rPr lang="ja-JP" altLang="en-US" dirty="0" smtClean="0"/>
              <a:t>のソケット接続</a:t>
            </a:r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3210206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画面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問題画面</a:t>
            </a:r>
            <a:endParaRPr kumimoji="1" lang="en-US" altLang="ja-JP" dirty="0" smtClean="0"/>
          </a:p>
          <a:p>
            <a:pPr marL="0" indent="0">
              <a:buNone/>
            </a:pPr>
            <a:r>
              <a:rPr lang="ja-JP" altLang="en-US" dirty="0"/>
              <a:t>　</a:t>
            </a:r>
            <a:r>
              <a:rPr lang="en-US" altLang="ja-JP" dirty="0" smtClean="0"/>
              <a:t>-</a:t>
            </a:r>
            <a:r>
              <a:rPr lang="ja-JP" altLang="en-US" dirty="0"/>
              <a:t> </a:t>
            </a:r>
            <a:r>
              <a:rPr lang="en-US" altLang="ja-JP" dirty="0" smtClean="0"/>
              <a:t>4</a:t>
            </a:r>
            <a:r>
              <a:rPr lang="ja-JP" altLang="en-US" dirty="0" smtClean="0"/>
              <a:t>択のみ</a:t>
            </a:r>
            <a:endParaRPr lang="en-US" altLang="ja-JP" dirty="0" smtClean="0"/>
          </a:p>
          <a:p>
            <a:pPr marL="0" indent="0">
              <a:buNone/>
            </a:pPr>
            <a:r>
              <a:rPr kumimoji="1" lang="ja-JP" altLang="en-US" dirty="0"/>
              <a:t>　</a:t>
            </a:r>
            <a:r>
              <a:rPr kumimoji="1" lang="en-US" altLang="ja-JP" dirty="0" smtClean="0"/>
              <a:t>-</a:t>
            </a:r>
            <a:r>
              <a:rPr lang="ja-JP" altLang="en-US" dirty="0"/>
              <a:t> </a:t>
            </a:r>
            <a:r>
              <a:rPr lang="en-US" altLang="ja-JP" dirty="0" smtClean="0"/>
              <a:t>4</a:t>
            </a:r>
            <a:r>
              <a:rPr lang="ja-JP" altLang="en-US" dirty="0" smtClean="0"/>
              <a:t>択画像</a:t>
            </a:r>
            <a:r>
              <a:rPr lang="en-US" altLang="ja-JP" dirty="0" smtClean="0"/>
              <a:t>or</a:t>
            </a:r>
            <a:r>
              <a:rPr lang="ja-JP" altLang="en-US" dirty="0" smtClean="0"/>
              <a:t>動画</a:t>
            </a:r>
            <a:endParaRPr lang="en-US" altLang="ja-JP" dirty="0" smtClean="0"/>
          </a:p>
          <a:p>
            <a:pPr marL="0" indent="0">
              <a:buNone/>
            </a:pPr>
            <a:r>
              <a:rPr kumimoji="1" lang="ja-JP" altLang="en-US" dirty="0"/>
              <a:t>　</a:t>
            </a:r>
            <a:r>
              <a:rPr kumimoji="1" lang="en-US" altLang="ja-JP" dirty="0" smtClean="0"/>
              <a:t>-</a:t>
            </a:r>
            <a:r>
              <a:rPr lang="ja-JP" altLang="en-US" dirty="0"/>
              <a:t> </a:t>
            </a:r>
            <a:r>
              <a:rPr lang="ja-JP" altLang="en-US" dirty="0" smtClean="0"/>
              <a:t>並び替え</a:t>
            </a:r>
            <a:endParaRPr kumimoji="1" lang="en-US" altLang="ja-JP" dirty="0" smtClean="0"/>
          </a:p>
          <a:p>
            <a:r>
              <a:rPr lang="ja-JP" altLang="en-US" dirty="0" smtClean="0"/>
              <a:t>ランキング表示画面</a:t>
            </a:r>
            <a:endParaRPr lang="en-US" altLang="ja-JP" dirty="0" smtClean="0"/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8980839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画面遷移</a:t>
            </a:r>
            <a:endParaRPr kumimoji="1" lang="ja-JP" altLang="en-US" dirty="0"/>
          </a:p>
        </p:txBody>
      </p:sp>
      <p:sp>
        <p:nvSpPr>
          <p:cNvPr id="6" name="角丸四角形 5"/>
          <p:cNvSpPr/>
          <p:nvPr/>
        </p:nvSpPr>
        <p:spPr>
          <a:xfrm>
            <a:off x="3208716" y="1945178"/>
            <a:ext cx="1188720" cy="66501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 smtClean="0"/>
              <a:t>問題</a:t>
            </a:r>
            <a:endParaRPr kumimoji="1" lang="en-US" altLang="ja-JP" dirty="0" smtClean="0"/>
          </a:p>
          <a:p>
            <a:pPr algn="ctr"/>
            <a:r>
              <a:rPr lang="en-US" altLang="ja-JP" dirty="0"/>
              <a:t>4</a:t>
            </a:r>
            <a:r>
              <a:rPr lang="ja-JP" altLang="en-US" dirty="0"/>
              <a:t>択</a:t>
            </a:r>
            <a:endParaRPr kumimoji="1" lang="ja-JP" altLang="en-US" dirty="0"/>
          </a:p>
        </p:txBody>
      </p:sp>
      <p:cxnSp>
        <p:nvCxnSpPr>
          <p:cNvPr id="8" name="直線矢印コネクタ 7"/>
          <p:cNvCxnSpPr>
            <a:stCxn id="6" idx="3"/>
            <a:endCxn id="9" idx="1"/>
          </p:cNvCxnSpPr>
          <p:nvPr/>
        </p:nvCxnSpPr>
        <p:spPr>
          <a:xfrm>
            <a:off x="4397436" y="2277687"/>
            <a:ext cx="117902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角丸四角形 8"/>
          <p:cNvSpPr/>
          <p:nvPr/>
        </p:nvSpPr>
        <p:spPr>
          <a:xfrm>
            <a:off x="5576457" y="1945178"/>
            <a:ext cx="1188720" cy="66501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 smtClean="0"/>
              <a:t>答え</a:t>
            </a:r>
            <a:endParaRPr lang="en-US" altLang="ja-JP" dirty="0" smtClean="0"/>
          </a:p>
        </p:txBody>
      </p:sp>
      <p:sp>
        <p:nvSpPr>
          <p:cNvPr id="12" name="角丸四角形 11"/>
          <p:cNvSpPr/>
          <p:nvPr/>
        </p:nvSpPr>
        <p:spPr>
          <a:xfrm>
            <a:off x="3208716" y="3141562"/>
            <a:ext cx="1188720" cy="66501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 smtClean="0"/>
              <a:t>問題</a:t>
            </a:r>
            <a:endParaRPr kumimoji="1" lang="en-US" altLang="ja-JP" dirty="0" smtClean="0"/>
          </a:p>
          <a:p>
            <a:pPr algn="ctr"/>
            <a:r>
              <a:rPr lang="en-US" altLang="ja-JP" dirty="0"/>
              <a:t>4</a:t>
            </a:r>
            <a:r>
              <a:rPr lang="ja-JP" altLang="en-US" dirty="0" smtClean="0"/>
              <a:t>択画像</a:t>
            </a:r>
            <a:endParaRPr kumimoji="1" lang="ja-JP" altLang="en-US" dirty="0"/>
          </a:p>
        </p:txBody>
      </p:sp>
      <p:sp>
        <p:nvSpPr>
          <p:cNvPr id="13" name="角丸四角形 12"/>
          <p:cNvSpPr/>
          <p:nvPr/>
        </p:nvSpPr>
        <p:spPr>
          <a:xfrm>
            <a:off x="3208716" y="4337946"/>
            <a:ext cx="1188720" cy="66501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 smtClean="0"/>
              <a:t>問題</a:t>
            </a:r>
            <a:endParaRPr kumimoji="1" lang="en-US" altLang="ja-JP" dirty="0" smtClean="0"/>
          </a:p>
          <a:p>
            <a:pPr algn="ctr"/>
            <a:r>
              <a:rPr lang="en-US" altLang="ja-JP" dirty="0" smtClean="0"/>
              <a:t>4</a:t>
            </a:r>
            <a:r>
              <a:rPr lang="ja-JP" altLang="en-US" dirty="0" smtClean="0"/>
              <a:t>択映像</a:t>
            </a:r>
            <a:endParaRPr kumimoji="1" lang="ja-JP" altLang="en-US" dirty="0"/>
          </a:p>
        </p:txBody>
      </p:sp>
      <p:sp>
        <p:nvSpPr>
          <p:cNvPr id="14" name="角丸四角形 13"/>
          <p:cNvSpPr/>
          <p:nvPr/>
        </p:nvSpPr>
        <p:spPr>
          <a:xfrm>
            <a:off x="3208716" y="5534330"/>
            <a:ext cx="1188720" cy="66501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 smtClean="0"/>
              <a:t>問題</a:t>
            </a:r>
            <a:endParaRPr kumimoji="1" lang="en-US" altLang="ja-JP" dirty="0" smtClean="0"/>
          </a:p>
          <a:p>
            <a:pPr algn="ctr"/>
            <a:r>
              <a:rPr lang="ja-JP" altLang="en-US" dirty="0"/>
              <a:t>並び替え</a:t>
            </a:r>
            <a:endParaRPr kumimoji="1" lang="ja-JP" altLang="en-US" dirty="0"/>
          </a:p>
        </p:txBody>
      </p:sp>
      <p:sp>
        <p:nvSpPr>
          <p:cNvPr id="15" name="角丸四角形 14"/>
          <p:cNvSpPr/>
          <p:nvPr/>
        </p:nvSpPr>
        <p:spPr>
          <a:xfrm>
            <a:off x="5576457" y="3141562"/>
            <a:ext cx="1188720" cy="66501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答え</a:t>
            </a:r>
            <a:endParaRPr kumimoji="1" lang="ja-JP" altLang="en-US" dirty="0"/>
          </a:p>
        </p:txBody>
      </p:sp>
      <p:sp>
        <p:nvSpPr>
          <p:cNvPr id="16" name="角丸四角形 15"/>
          <p:cNvSpPr/>
          <p:nvPr/>
        </p:nvSpPr>
        <p:spPr>
          <a:xfrm>
            <a:off x="5576457" y="4337946"/>
            <a:ext cx="1188720" cy="66501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答え</a:t>
            </a:r>
            <a:endParaRPr kumimoji="1" lang="ja-JP" altLang="en-US" dirty="0"/>
          </a:p>
        </p:txBody>
      </p:sp>
      <p:sp>
        <p:nvSpPr>
          <p:cNvPr id="17" name="角丸四角形 16"/>
          <p:cNvSpPr/>
          <p:nvPr/>
        </p:nvSpPr>
        <p:spPr>
          <a:xfrm>
            <a:off x="5576457" y="5534330"/>
            <a:ext cx="1188720" cy="66501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 smtClean="0"/>
              <a:t>答え</a:t>
            </a:r>
            <a:endParaRPr kumimoji="1" lang="ja-JP" altLang="en-US" dirty="0"/>
          </a:p>
        </p:txBody>
      </p:sp>
      <p:cxnSp>
        <p:nvCxnSpPr>
          <p:cNvPr id="18" name="直線矢印コネクタ 17"/>
          <p:cNvCxnSpPr>
            <a:stCxn id="12" idx="3"/>
            <a:endCxn id="15" idx="1"/>
          </p:cNvCxnSpPr>
          <p:nvPr/>
        </p:nvCxnSpPr>
        <p:spPr>
          <a:xfrm>
            <a:off x="4397436" y="3474071"/>
            <a:ext cx="117902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矢印コネクタ 20"/>
          <p:cNvCxnSpPr>
            <a:stCxn id="13" idx="3"/>
            <a:endCxn id="16" idx="1"/>
          </p:cNvCxnSpPr>
          <p:nvPr/>
        </p:nvCxnSpPr>
        <p:spPr>
          <a:xfrm>
            <a:off x="4397436" y="4670455"/>
            <a:ext cx="117902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矢印コネクタ 21"/>
          <p:cNvCxnSpPr>
            <a:stCxn id="14" idx="3"/>
            <a:endCxn id="17" idx="1"/>
          </p:cNvCxnSpPr>
          <p:nvPr/>
        </p:nvCxnSpPr>
        <p:spPr>
          <a:xfrm>
            <a:off x="4397436" y="5866839"/>
            <a:ext cx="117902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角丸四角形 26"/>
          <p:cNvSpPr/>
          <p:nvPr/>
        </p:nvSpPr>
        <p:spPr>
          <a:xfrm>
            <a:off x="7944198" y="1945178"/>
            <a:ext cx="1188720" cy="425417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 smtClean="0"/>
              <a:t>ランキング</a:t>
            </a:r>
            <a:endParaRPr lang="en-US" altLang="ja-JP" dirty="0" smtClean="0"/>
          </a:p>
        </p:txBody>
      </p:sp>
      <p:cxnSp>
        <p:nvCxnSpPr>
          <p:cNvPr id="28" name="直線矢印コネクタ 27"/>
          <p:cNvCxnSpPr>
            <a:stCxn id="9" idx="3"/>
            <a:endCxn id="27" idx="1"/>
          </p:cNvCxnSpPr>
          <p:nvPr/>
        </p:nvCxnSpPr>
        <p:spPr>
          <a:xfrm>
            <a:off x="6765177" y="2277687"/>
            <a:ext cx="1179021" cy="17945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矢印コネクタ 31"/>
          <p:cNvCxnSpPr>
            <a:stCxn id="15" idx="3"/>
            <a:endCxn id="27" idx="1"/>
          </p:cNvCxnSpPr>
          <p:nvPr/>
        </p:nvCxnSpPr>
        <p:spPr>
          <a:xfrm>
            <a:off x="6765177" y="3474071"/>
            <a:ext cx="1179021" cy="5981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矢印コネクタ 34"/>
          <p:cNvCxnSpPr>
            <a:stCxn id="16" idx="3"/>
            <a:endCxn id="27" idx="1"/>
          </p:cNvCxnSpPr>
          <p:nvPr/>
        </p:nvCxnSpPr>
        <p:spPr>
          <a:xfrm flipV="1">
            <a:off x="6765177" y="4072263"/>
            <a:ext cx="1179021" cy="5981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矢印コネクタ 37"/>
          <p:cNvCxnSpPr>
            <a:stCxn id="17" idx="3"/>
            <a:endCxn id="27" idx="1"/>
          </p:cNvCxnSpPr>
          <p:nvPr/>
        </p:nvCxnSpPr>
        <p:spPr>
          <a:xfrm flipV="1">
            <a:off x="6765177" y="4072263"/>
            <a:ext cx="1179021" cy="17945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56691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将来的には管理画面を作成する</a:t>
            </a:r>
            <a:endParaRPr kumimoji="1" lang="en-US" altLang="ja-JP" dirty="0" smtClean="0"/>
          </a:p>
          <a:p>
            <a:r>
              <a:rPr lang="en-US" altLang="ja-JP" dirty="0"/>
              <a:t>10</a:t>
            </a:r>
            <a:r>
              <a:rPr lang="ja-JP" altLang="en-US" dirty="0" smtClean="0"/>
              <a:t>問</a:t>
            </a:r>
            <a:r>
              <a:rPr lang="ja-JP" altLang="en-US" dirty="0"/>
              <a:t>出</a:t>
            </a:r>
            <a:r>
              <a:rPr lang="ja-JP" altLang="en-US" dirty="0" smtClean="0"/>
              <a:t>したら</a:t>
            </a:r>
            <a:r>
              <a:rPr lang="en-US" altLang="ja-JP" dirty="0" smtClean="0"/>
              <a:t>10</a:t>
            </a:r>
            <a:r>
              <a:rPr lang="ja-JP" altLang="en-US" dirty="0" smtClean="0"/>
              <a:t>問合計</a:t>
            </a:r>
            <a:r>
              <a:rPr lang="ja-JP" altLang="en-US" smtClean="0"/>
              <a:t>のチャンピオンを出す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2439816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画面イメージ　</a:t>
            </a:r>
            <a:r>
              <a:rPr kumimoji="1" lang="en-US" altLang="ja-JP" dirty="0" smtClean="0"/>
              <a:t>4</a:t>
            </a:r>
            <a:r>
              <a:rPr kumimoji="1" lang="ja-JP" altLang="en-US" dirty="0" smtClean="0"/>
              <a:t>択画面</a:t>
            </a:r>
            <a:endParaRPr kumimoji="1" lang="ja-JP" altLang="en-US" dirty="0"/>
          </a:p>
        </p:txBody>
      </p:sp>
      <p:pic>
        <p:nvPicPr>
          <p:cNvPr id="4" name="コンテンツ プレースホルダー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8144" y="1825625"/>
            <a:ext cx="7735712" cy="4351338"/>
          </a:xfrm>
        </p:spPr>
      </p:pic>
    </p:spTree>
    <p:extLst>
      <p:ext uri="{BB962C8B-B14F-4D97-AF65-F5344CB8AC3E}">
        <p14:creationId xmlns:p14="http://schemas.microsoft.com/office/powerpoint/2010/main" val="36767178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画面イメージ　</a:t>
            </a:r>
            <a:r>
              <a:rPr kumimoji="1" lang="en-US" altLang="ja-JP" dirty="0" smtClean="0"/>
              <a:t>4</a:t>
            </a:r>
            <a:r>
              <a:rPr kumimoji="1" lang="ja-JP" altLang="en-US" dirty="0" smtClean="0"/>
              <a:t>択画面　答え</a:t>
            </a:r>
            <a:endParaRPr kumimoji="1" lang="ja-JP" altLang="en-US" dirty="0"/>
          </a:p>
        </p:txBody>
      </p:sp>
      <p:pic>
        <p:nvPicPr>
          <p:cNvPr id="4" name="コンテンツ プレースホルダー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8144" y="1825625"/>
            <a:ext cx="7735712" cy="4351338"/>
          </a:xfrm>
        </p:spPr>
      </p:pic>
    </p:spTree>
    <p:extLst>
      <p:ext uri="{BB962C8B-B14F-4D97-AF65-F5344CB8AC3E}">
        <p14:creationId xmlns:p14="http://schemas.microsoft.com/office/powerpoint/2010/main" val="71301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画面イメージ　ランキング</a:t>
            </a:r>
            <a:endParaRPr kumimoji="1" lang="ja-JP" altLang="en-US" dirty="0"/>
          </a:p>
        </p:txBody>
      </p:sp>
      <p:pic>
        <p:nvPicPr>
          <p:cNvPr id="4" name="コンテンツ プレースホルダー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476" y="1880659"/>
            <a:ext cx="7619047" cy="4241270"/>
          </a:xfrm>
        </p:spPr>
      </p:pic>
    </p:spTree>
    <p:extLst>
      <p:ext uri="{BB962C8B-B14F-4D97-AF65-F5344CB8AC3E}">
        <p14:creationId xmlns:p14="http://schemas.microsoft.com/office/powerpoint/2010/main" val="19613410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ja-JP" altLang="en-US" dirty="0" smtClean="0"/>
              <a:t>ユーザ</a:t>
            </a:r>
            <a:r>
              <a:rPr kumimoji="1" lang="en-US" altLang="ja-JP" dirty="0" smtClean="0"/>
              <a:t>ID</a:t>
            </a:r>
            <a:r>
              <a:rPr kumimoji="1" lang="ja-JP" altLang="en-US" dirty="0" smtClean="0"/>
              <a:t>いる？</a:t>
            </a:r>
            <a:endParaRPr kumimoji="1" lang="en-US" altLang="ja-JP" dirty="0" smtClean="0"/>
          </a:p>
          <a:p>
            <a:pPr marL="0" indent="0">
              <a:buNone/>
            </a:pPr>
            <a:r>
              <a:rPr lang="ja-JP" altLang="en-US" dirty="0" smtClean="0"/>
              <a:t>グループ</a:t>
            </a:r>
            <a:r>
              <a:rPr lang="en-US" altLang="ja-JP" dirty="0" smtClean="0"/>
              <a:t>ID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6567848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59</Words>
  <Application>Microsoft Office PowerPoint</Application>
  <PresentationFormat>ワイド画面</PresentationFormat>
  <Paragraphs>30</Paragraphs>
  <Slides>9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9</vt:i4>
      </vt:variant>
    </vt:vector>
  </HeadingPairs>
  <TitlesOfParts>
    <vt:vector size="14" baseType="lpstr">
      <vt:lpstr>ＭＳ Ｐゴシック</vt:lpstr>
      <vt:lpstr>Arial</vt:lpstr>
      <vt:lpstr>Calibri</vt:lpstr>
      <vt:lpstr>Calibri Light</vt:lpstr>
      <vt:lpstr>Office テーマ</vt:lpstr>
      <vt:lpstr>PowerPoint プレゼンテーション</vt:lpstr>
      <vt:lpstr>作らないといけないもの</vt:lpstr>
      <vt:lpstr>画面</vt:lpstr>
      <vt:lpstr>画面遷移</vt:lpstr>
      <vt:lpstr>PowerPoint プレゼンテーション</vt:lpstr>
      <vt:lpstr>画面イメージ　4択画面</vt:lpstr>
      <vt:lpstr>画面イメージ　4択画面　答え</vt:lpstr>
      <vt:lpstr>画面イメージ　ランキング</vt:lpstr>
      <vt:lpstr>PowerPoint プレゼンテーション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kent kojima</dc:creator>
  <cp:lastModifiedBy>kent kojima</cp:lastModifiedBy>
  <cp:revision>5</cp:revision>
  <dcterms:created xsi:type="dcterms:W3CDTF">2015-09-05T13:16:00Z</dcterms:created>
  <dcterms:modified xsi:type="dcterms:W3CDTF">2015-09-05T14:14:39Z</dcterms:modified>
</cp:coreProperties>
</file>